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Lst>
  <p:notesMasterIdLst>
    <p:notesMasterId r:id="rId12"/>
  </p:notesMasterIdLst>
  <p:sldIdLst>
    <p:sldId id="267" r:id="rId5"/>
    <p:sldId id="282" r:id="rId6"/>
    <p:sldId id="270" r:id="rId7"/>
    <p:sldId id="284" r:id="rId8"/>
    <p:sldId id="280" r:id="rId9"/>
    <p:sldId id="274" r:id="rId10"/>
    <p:sldId id="285" r:id="rId11"/>
  </p:sldIdLst>
  <p:sldSz cx="9972675" cy="6911975"/>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sden, Aimee" initials="MA" lastIdx="1" clrIdx="0">
    <p:extLst>
      <p:ext uri="{19B8F6BF-5375-455C-9EA6-DF929625EA0E}">
        <p15:presenceInfo xmlns:p15="http://schemas.microsoft.com/office/powerpoint/2012/main" userId="S-1-5-21-852109325-4236797708-1392725387-17696" providerId="AD"/>
      </p:ext>
    </p:extLst>
  </p:cmAuthor>
  <p:cmAuthor id="2" name="Ball, Sarah" initials="BS" lastIdx="2" clrIdx="1">
    <p:extLst>
      <p:ext uri="{19B8F6BF-5375-455C-9EA6-DF929625EA0E}">
        <p15:presenceInfo xmlns:p15="http://schemas.microsoft.com/office/powerpoint/2012/main" userId="S::Sarah.Ball@uk.nationalgrid.com::ac320442-3bc6-46c0-846c-88ce3b34729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C1"/>
    <a:srgbClr val="CC0000"/>
    <a:srgbClr val="990000"/>
    <a:srgbClr val="0060C1"/>
    <a:srgbClr val="0079C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2415CE-E6E3-463D-8C27-71CA890FC16C}" v="2" dt="2021-09-07T15:45:15.7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123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1CBE0708-F55A-4459-97DE-D55421627222}" type="datetimeFigureOut">
              <a:rPr lang="en-US" smtClean="0"/>
              <a:t>10/11/2021</a:t>
            </a:fld>
            <a:endParaRPr lang="en-US"/>
          </a:p>
        </p:txBody>
      </p:sp>
      <p:sp>
        <p:nvSpPr>
          <p:cNvPr id="4" name="Slide Image Placeholder 3"/>
          <p:cNvSpPr>
            <a:spLocks noGrp="1" noRot="1" noChangeAspect="1"/>
          </p:cNvSpPr>
          <p:nvPr>
            <p:ph type="sldImg" idx="2"/>
          </p:nvPr>
        </p:nvSpPr>
        <p:spPr>
          <a:xfrm>
            <a:off x="982663" y="1241425"/>
            <a:ext cx="4832350"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F31464EE-87F3-4B30-94A2-98E3B2273384}" type="slidenum">
              <a:rPr lang="en-US" smtClean="0"/>
              <a:t>‹#›</a:t>
            </a:fld>
            <a:endParaRPr lang="en-US"/>
          </a:p>
        </p:txBody>
      </p:sp>
    </p:spTree>
    <p:extLst>
      <p:ext uri="{BB962C8B-B14F-4D97-AF65-F5344CB8AC3E}">
        <p14:creationId xmlns:p14="http://schemas.microsoft.com/office/powerpoint/2010/main" val="3762628743"/>
      </p:ext>
    </p:extLst>
  </p:cSld>
  <p:clrMap bg1="lt1" tx1="dk1" bg2="lt2" tx2="dk2" accent1="accent1" accent2="accent2" accent3="accent3" accent4="accent4" accent5="accent5" accent6="accent6" hlink="hlink" folHlink="folHlink"/>
  <p:notesStyle>
    <a:lvl1pPr marL="0" algn="l" defTabSz="918332" rtl="0" eaLnBrk="1" latinLnBrk="0" hangingPunct="1">
      <a:defRPr sz="1205" kern="1200">
        <a:solidFill>
          <a:schemeClr val="tx1"/>
        </a:solidFill>
        <a:latin typeface="+mn-lt"/>
        <a:ea typeface="+mn-ea"/>
        <a:cs typeface="+mn-cs"/>
      </a:defRPr>
    </a:lvl1pPr>
    <a:lvl2pPr marL="459166" algn="l" defTabSz="918332" rtl="0" eaLnBrk="1" latinLnBrk="0" hangingPunct="1">
      <a:defRPr sz="1205" kern="1200">
        <a:solidFill>
          <a:schemeClr val="tx1"/>
        </a:solidFill>
        <a:latin typeface="+mn-lt"/>
        <a:ea typeface="+mn-ea"/>
        <a:cs typeface="+mn-cs"/>
      </a:defRPr>
    </a:lvl2pPr>
    <a:lvl3pPr marL="918332" algn="l" defTabSz="918332" rtl="0" eaLnBrk="1" latinLnBrk="0" hangingPunct="1">
      <a:defRPr sz="1205" kern="1200">
        <a:solidFill>
          <a:schemeClr val="tx1"/>
        </a:solidFill>
        <a:latin typeface="+mn-lt"/>
        <a:ea typeface="+mn-ea"/>
        <a:cs typeface="+mn-cs"/>
      </a:defRPr>
    </a:lvl3pPr>
    <a:lvl4pPr marL="1377498" algn="l" defTabSz="918332" rtl="0" eaLnBrk="1" latinLnBrk="0" hangingPunct="1">
      <a:defRPr sz="1205" kern="1200">
        <a:solidFill>
          <a:schemeClr val="tx1"/>
        </a:solidFill>
        <a:latin typeface="+mn-lt"/>
        <a:ea typeface="+mn-ea"/>
        <a:cs typeface="+mn-cs"/>
      </a:defRPr>
    </a:lvl4pPr>
    <a:lvl5pPr marL="1836664" algn="l" defTabSz="918332" rtl="0" eaLnBrk="1" latinLnBrk="0" hangingPunct="1">
      <a:defRPr sz="1205" kern="1200">
        <a:solidFill>
          <a:schemeClr val="tx1"/>
        </a:solidFill>
        <a:latin typeface="+mn-lt"/>
        <a:ea typeface="+mn-ea"/>
        <a:cs typeface="+mn-cs"/>
      </a:defRPr>
    </a:lvl5pPr>
    <a:lvl6pPr marL="2295830" algn="l" defTabSz="918332" rtl="0" eaLnBrk="1" latinLnBrk="0" hangingPunct="1">
      <a:defRPr sz="1205" kern="1200">
        <a:solidFill>
          <a:schemeClr val="tx1"/>
        </a:solidFill>
        <a:latin typeface="+mn-lt"/>
        <a:ea typeface="+mn-ea"/>
        <a:cs typeface="+mn-cs"/>
      </a:defRPr>
    </a:lvl6pPr>
    <a:lvl7pPr marL="2754996" algn="l" defTabSz="918332" rtl="0" eaLnBrk="1" latinLnBrk="0" hangingPunct="1">
      <a:defRPr sz="1205" kern="1200">
        <a:solidFill>
          <a:schemeClr val="tx1"/>
        </a:solidFill>
        <a:latin typeface="+mn-lt"/>
        <a:ea typeface="+mn-ea"/>
        <a:cs typeface="+mn-cs"/>
      </a:defRPr>
    </a:lvl7pPr>
    <a:lvl8pPr marL="3214162" algn="l" defTabSz="918332" rtl="0" eaLnBrk="1" latinLnBrk="0" hangingPunct="1">
      <a:defRPr sz="1205" kern="1200">
        <a:solidFill>
          <a:schemeClr val="tx1"/>
        </a:solidFill>
        <a:latin typeface="+mn-lt"/>
        <a:ea typeface="+mn-ea"/>
        <a:cs typeface="+mn-cs"/>
      </a:defRPr>
    </a:lvl8pPr>
    <a:lvl9pPr marL="3673328" algn="l" defTabSz="918332" rtl="0" eaLnBrk="1" latinLnBrk="0" hangingPunct="1">
      <a:defRPr sz="12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31464EE-87F3-4B30-94A2-98E3B2273384}" type="slidenum">
              <a:rPr lang="en-US" smtClean="0"/>
              <a:t>2</a:t>
            </a:fld>
            <a:endParaRPr lang="en-US"/>
          </a:p>
        </p:txBody>
      </p:sp>
    </p:spTree>
    <p:extLst>
      <p:ext uri="{BB962C8B-B14F-4D97-AF65-F5344CB8AC3E}">
        <p14:creationId xmlns:p14="http://schemas.microsoft.com/office/powerpoint/2010/main" val="6715903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1732" y="0"/>
            <a:ext cx="9974407" cy="6914795"/>
            <a:chOff x="-1588" y="0"/>
            <a:chExt cx="9145588" cy="6860798"/>
          </a:xfrm>
        </p:grpSpPr>
        <p:sp>
          <p:nvSpPr>
            <p:cNvPr id="9" name="Rectangle 8"/>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9"/>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944962" y="2244027"/>
            <a:ext cx="6453969" cy="2570953"/>
          </a:xfrm>
        </p:spPr>
        <p:txBody>
          <a:bodyPr anchor="b"/>
          <a:lstStyle>
            <a:lvl1pPr>
              <a:defRPr sz="4838"/>
            </a:lvl1pPr>
          </a:lstStyle>
          <a:p>
            <a:r>
              <a:rPr lang="en-US"/>
              <a:t>Click to edit Master title style</a:t>
            </a:r>
          </a:p>
        </p:txBody>
      </p:sp>
      <p:sp>
        <p:nvSpPr>
          <p:cNvPr id="3" name="Subtitle 2"/>
          <p:cNvSpPr>
            <a:spLocks noGrp="1"/>
          </p:cNvSpPr>
          <p:nvPr>
            <p:ph type="subTitle" idx="1"/>
          </p:nvPr>
        </p:nvSpPr>
        <p:spPr>
          <a:xfrm>
            <a:off x="944962" y="4814980"/>
            <a:ext cx="6453969" cy="868200"/>
          </a:xfrm>
        </p:spPr>
        <p:txBody>
          <a:bodyPr anchor="t"/>
          <a:lstStyle>
            <a:lvl1pPr marL="0" indent="0" algn="l">
              <a:buNone/>
              <a:defRPr cap="all">
                <a:solidFill>
                  <a:schemeClr val="accent1">
                    <a:lumMod val="60000"/>
                    <a:lumOff val="40000"/>
                  </a:schemeClr>
                </a:solidFill>
              </a:defRPr>
            </a:lvl1pPr>
            <a:lvl2pPr marL="460812" indent="0" algn="ctr">
              <a:buNone/>
              <a:defRPr>
                <a:solidFill>
                  <a:schemeClr val="tx1">
                    <a:tint val="75000"/>
                  </a:schemeClr>
                </a:solidFill>
              </a:defRPr>
            </a:lvl2pPr>
            <a:lvl3pPr marL="921624" indent="0" algn="ctr">
              <a:buNone/>
              <a:defRPr>
                <a:solidFill>
                  <a:schemeClr val="tx1">
                    <a:tint val="75000"/>
                  </a:schemeClr>
                </a:solidFill>
              </a:defRPr>
            </a:lvl3pPr>
            <a:lvl4pPr marL="1382436" indent="0" algn="ctr">
              <a:buNone/>
              <a:defRPr>
                <a:solidFill>
                  <a:schemeClr val="tx1">
                    <a:tint val="75000"/>
                  </a:schemeClr>
                </a:solidFill>
              </a:defRPr>
            </a:lvl4pPr>
            <a:lvl5pPr marL="1843248" indent="0" algn="ctr">
              <a:buNone/>
              <a:defRPr>
                <a:solidFill>
                  <a:schemeClr val="tx1">
                    <a:tint val="75000"/>
                  </a:schemeClr>
                </a:solidFill>
              </a:defRPr>
            </a:lvl5pPr>
            <a:lvl6pPr marL="2304059" indent="0" algn="ctr">
              <a:buNone/>
              <a:defRPr>
                <a:solidFill>
                  <a:schemeClr val="tx1">
                    <a:tint val="75000"/>
                  </a:schemeClr>
                </a:solidFill>
              </a:defRPr>
            </a:lvl6pPr>
            <a:lvl7pPr marL="2764871" indent="0" algn="ctr">
              <a:buNone/>
              <a:defRPr>
                <a:solidFill>
                  <a:schemeClr val="tx1">
                    <a:tint val="75000"/>
                  </a:schemeClr>
                </a:solidFill>
              </a:defRPr>
            </a:lvl7pPr>
            <a:lvl8pPr marL="3225683" indent="0" algn="ctr">
              <a:buNone/>
              <a:defRPr>
                <a:solidFill>
                  <a:schemeClr val="tx1">
                    <a:tint val="75000"/>
                  </a:schemeClr>
                </a:solidFill>
              </a:defRPr>
            </a:lvl8pPr>
            <a:lvl9pPr marL="368649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bwMode="gray">
          <a:xfrm rot="5400000">
            <a:off x="8218583" y="1833733"/>
            <a:ext cx="998395" cy="249381"/>
          </a:xfrm>
        </p:spPr>
        <p:txBody>
          <a:bodyPr anchor="t"/>
          <a:lstStyle>
            <a:lvl1pPr algn="l">
              <a:defRPr b="0" i="0">
                <a:solidFill>
                  <a:schemeClr val="bg1">
                    <a:alpha val="60000"/>
                  </a:schemeClr>
                </a:solidFill>
              </a:defRPr>
            </a:lvl1pPr>
          </a:lstStyle>
          <a:p>
            <a:endParaRPr lang="en-US"/>
          </a:p>
        </p:txBody>
      </p:sp>
      <p:sp>
        <p:nvSpPr>
          <p:cNvPr id="5" name="Footer Placeholder 4"/>
          <p:cNvSpPr>
            <a:spLocks noGrp="1"/>
          </p:cNvSpPr>
          <p:nvPr>
            <p:ph type="ftr" sz="quarter" idx="11"/>
          </p:nvPr>
        </p:nvSpPr>
        <p:spPr bwMode="gray">
          <a:xfrm rot="5400000">
            <a:off x="6961073" y="3280639"/>
            <a:ext cx="3890173" cy="249382"/>
          </a:xfrm>
        </p:spPr>
        <p:txBody>
          <a:bodyPr/>
          <a:lstStyle>
            <a:lvl1pPr>
              <a:defRPr b="0" i="0">
                <a:solidFill>
                  <a:schemeClr val="bg1">
                    <a:alpha val="60000"/>
                  </a:schemeClr>
                </a:solidFill>
              </a:defRPr>
            </a:lvl1pPr>
          </a:lstStyle>
          <a:p>
            <a:endParaRPr lang="en-US"/>
          </a:p>
        </p:txBody>
      </p:sp>
      <p:sp>
        <p:nvSpPr>
          <p:cNvPr id="8" name="Slide Number Placeholder 5"/>
          <p:cNvSpPr>
            <a:spLocks noGrp="1"/>
          </p:cNvSpPr>
          <p:nvPr>
            <p:ph type="sldNum" sz="quarter" idx="12"/>
          </p:nvPr>
        </p:nvSpPr>
        <p:spPr>
          <a:xfrm>
            <a:off x="8374491" y="298058"/>
            <a:ext cx="863020" cy="773729"/>
          </a:xfrm>
          <a:prstGeom prst="rect">
            <a:avLst/>
          </a:prstGeom>
        </p:spPr>
        <p:txBody>
          <a:bodyPr anchor="b"/>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381432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44449" y="934395"/>
            <a:ext cx="6918567" cy="715452"/>
          </a:xfrm>
        </p:spPr>
        <p:txBody>
          <a:bodyPr anchor="ctr"/>
          <a:lstStyle>
            <a:lvl1pPr>
              <a:defRPr sz="3225"/>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374491" y="298058"/>
            <a:ext cx="863020" cy="773729"/>
          </a:xfrm>
          <a:prstGeom prst="rect">
            <a:avLst/>
          </a:prstGeom>
        </p:spPr>
        <p:txBody>
          <a:bodyPr anchor="b"/>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3477795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 name="Group 6"/>
          <p:cNvGrpSpPr/>
          <p:nvPr/>
        </p:nvGrpSpPr>
        <p:grpSpPr>
          <a:xfrm>
            <a:off x="-1732" y="0"/>
            <a:ext cx="9974407" cy="6914795"/>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57061" y="2275356"/>
            <a:ext cx="3370764" cy="3044115"/>
          </a:xfrm>
        </p:spPr>
        <p:txBody>
          <a:bodyPr anchor="ctr"/>
          <a:lstStyle>
            <a:lvl1pPr algn="l">
              <a:defRPr sz="3225" b="0" cap="none"/>
            </a:lvl1pPr>
          </a:lstStyle>
          <a:p>
            <a:r>
              <a:rPr lang="en-US"/>
              <a:t>Click to edit Master title style</a:t>
            </a:r>
          </a:p>
        </p:txBody>
      </p:sp>
      <p:sp>
        <p:nvSpPr>
          <p:cNvPr id="3" name="Text Placeholder 2"/>
          <p:cNvSpPr>
            <a:spLocks noGrp="1"/>
          </p:cNvSpPr>
          <p:nvPr>
            <p:ph type="body" idx="1"/>
          </p:nvPr>
        </p:nvSpPr>
        <p:spPr>
          <a:xfrm>
            <a:off x="5583194" y="2275356"/>
            <a:ext cx="3361869" cy="3044115"/>
          </a:xfrm>
        </p:spPr>
        <p:txBody>
          <a:bodyPr anchor="ctr"/>
          <a:lstStyle>
            <a:lvl1pPr marL="0" indent="0" algn="l">
              <a:buNone/>
              <a:defRPr sz="2016" cap="all">
                <a:solidFill>
                  <a:schemeClr val="accent1">
                    <a:lumMod val="60000"/>
                    <a:lumOff val="40000"/>
                  </a:schemeClr>
                </a:solidFill>
              </a:defRPr>
            </a:lvl1pPr>
            <a:lvl2pPr marL="460812" indent="0">
              <a:buNone/>
              <a:defRPr sz="1814">
                <a:solidFill>
                  <a:schemeClr val="tx1">
                    <a:tint val="75000"/>
                  </a:schemeClr>
                </a:solidFill>
              </a:defRPr>
            </a:lvl2pPr>
            <a:lvl3pPr marL="921624" indent="0">
              <a:buNone/>
              <a:defRPr sz="1613">
                <a:solidFill>
                  <a:schemeClr val="tx1">
                    <a:tint val="75000"/>
                  </a:schemeClr>
                </a:solidFill>
              </a:defRPr>
            </a:lvl3pPr>
            <a:lvl4pPr marL="1382436" indent="0">
              <a:buNone/>
              <a:defRPr sz="1411">
                <a:solidFill>
                  <a:schemeClr val="tx1">
                    <a:tint val="75000"/>
                  </a:schemeClr>
                </a:solidFill>
              </a:defRPr>
            </a:lvl4pPr>
            <a:lvl5pPr marL="1843248" indent="0">
              <a:buNone/>
              <a:defRPr sz="1411">
                <a:solidFill>
                  <a:schemeClr val="tx1">
                    <a:tint val="75000"/>
                  </a:schemeClr>
                </a:solidFill>
              </a:defRPr>
            </a:lvl5pPr>
            <a:lvl6pPr marL="2304059" indent="0">
              <a:buNone/>
              <a:defRPr sz="1411">
                <a:solidFill>
                  <a:schemeClr val="tx1">
                    <a:tint val="75000"/>
                  </a:schemeClr>
                </a:solidFill>
              </a:defRPr>
            </a:lvl6pPr>
            <a:lvl7pPr marL="2764871" indent="0">
              <a:buNone/>
              <a:defRPr sz="1411">
                <a:solidFill>
                  <a:schemeClr val="tx1">
                    <a:tint val="75000"/>
                  </a:schemeClr>
                </a:solidFill>
              </a:defRPr>
            </a:lvl7pPr>
            <a:lvl8pPr marL="3225683" indent="0">
              <a:buNone/>
              <a:defRPr sz="1411">
                <a:solidFill>
                  <a:schemeClr val="tx1">
                    <a:tint val="75000"/>
                  </a:schemeClr>
                </a:solidFill>
              </a:defRPr>
            </a:lvl8pPr>
            <a:lvl9pPr marL="3686495" indent="0">
              <a:buNone/>
              <a:defRPr sz="1411">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374491" y="298058"/>
            <a:ext cx="863020" cy="773729"/>
          </a:xfrm>
          <a:prstGeom prst="rect">
            <a:avLst/>
          </a:prstGeom>
        </p:spPr>
        <p:txBody>
          <a:bodyPr anchor="b"/>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3489132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p>
        </p:txBody>
      </p:sp>
      <p:sp>
        <p:nvSpPr>
          <p:cNvPr id="3" name="Content Placeholder 2"/>
          <p:cNvSpPr>
            <a:spLocks noGrp="1"/>
          </p:cNvSpPr>
          <p:nvPr>
            <p:ph sz="half" idx="1"/>
          </p:nvPr>
        </p:nvSpPr>
        <p:spPr>
          <a:xfrm>
            <a:off x="944961" y="2508792"/>
            <a:ext cx="3966581" cy="355839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61134" y="2508794"/>
            <a:ext cx="3966581" cy="355838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374491" y="298058"/>
            <a:ext cx="863020" cy="773729"/>
          </a:xfrm>
          <a:prstGeom prst="rect">
            <a:avLst/>
          </a:prstGeom>
        </p:spPr>
        <p:txBody>
          <a:bodyPr anchor="b"/>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3324368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48754" y="2508791"/>
            <a:ext cx="3962788" cy="765266"/>
          </a:xfrm>
        </p:spPr>
        <p:txBody>
          <a:bodyPr anchor="b">
            <a:noAutofit/>
          </a:bodyPr>
          <a:lstStyle>
            <a:lvl1pPr marL="0" indent="0">
              <a:buNone/>
              <a:defRPr sz="2419" b="0">
                <a:solidFill>
                  <a:schemeClr val="accent1">
                    <a:lumMod val="60000"/>
                    <a:lumOff val="40000"/>
                  </a:schemeClr>
                </a:solidFill>
              </a:defRPr>
            </a:lvl1pPr>
            <a:lvl2pPr marL="460812" indent="0">
              <a:buNone/>
              <a:defRPr sz="2016" b="1"/>
            </a:lvl2pPr>
            <a:lvl3pPr marL="921624" indent="0">
              <a:buNone/>
              <a:defRPr sz="1814" b="1"/>
            </a:lvl3pPr>
            <a:lvl4pPr marL="1382436" indent="0">
              <a:buNone/>
              <a:defRPr sz="1613" b="1"/>
            </a:lvl4pPr>
            <a:lvl5pPr marL="1843248" indent="0">
              <a:buNone/>
              <a:defRPr sz="1613" b="1"/>
            </a:lvl5pPr>
            <a:lvl6pPr marL="2304059" indent="0">
              <a:buNone/>
              <a:defRPr sz="1613" b="1"/>
            </a:lvl6pPr>
            <a:lvl7pPr marL="2764871" indent="0">
              <a:buNone/>
              <a:defRPr sz="1613" b="1"/>
            </a:lvl7pPr>
            <a:lvl8pPr marL="3225683" indent="0">
              <a:buNone/>
              <a:defRPr sz="1613" b="1"/>
            </a:lvl8pPr>
            <a:lvl9pPr marL="3686495" indent="0">
              <a:buNone/>
              <a:defRPr sz="1613" b="1"/>
            </a:lvl9pPr>
          </a:lstStyle>
          <a:p>
            <a:pPr lvl="0"/>
            <a:r>
              <a:rPr lang="en-US"/>
              <a:t>Edit Master text styles</a:t>
            </a:r>
          </a:p>
        </p:txBody>
      </p:sp>
      <p:sp>
        <p:nvSpPr>
          <p:cNvPr id="4" name="Content Placeholder 3"/>
          <p:cNvSpPr>
            <a:spLocks noGrp="1"/>
          </p:cNvSpPr>
          <p:nvPr>
            <p:ph sz="half" idx="2"/>
          </p:nvPr>
        </p:nvSpPr>
        <p:spPr>
          <a:xfrm>
            <a:off x="944961" y="3274057"/>
            <a:ext cx="3966581" cy="27931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61134" y="2508791"/>
            <a:ext cx="3966580" cy="762590"/>
          </a:xfrm>
        </p:spPr>
        <p:txBody>
          <a:bodyPr anchor="b">
            <a:noAutofit/>
          </a:bodyPr>
          <a:lstStyle>
            <a:lvl1pPr marL="0" indent="0">
              <a:buNone/>
              <a:defRPr sz="2419" b="0">
                <a:solidFill>
                  <a:schemeClr val="accent1">
                    <a:lumMod val="60000"/>
                    <a:lumOff val="40000"/>
                  </a:schemeClr>
                </a:solidFill>
              </a:defRPr>
            </a:lvl1pPr>
            <a:lvl2pPr marL="460812" indent="0">
              <a:buNone/>
              <a:defRPr sz="2016" b="1"/>
            </a:lvl2pPr>
            <a:lvl3pPr marL="921624" indent="0">
              <a:buNone/>
              <a:defRPr sz="1814" b="1"/>
            </a:lvl3pPr>
            <a:lvl4pPr marL="1382436" indent="0">
              <a:buNone/>
              <a:defRPr sz="1613" b="1"/>
            </a:lvl4pPr>
            <a:lvl5pPr marL="1843248" indent="0">
              <a:buNone/>
              <a:defRPr sz="1613" b="1"/>
            </a:lvl5pPr>
            <a:lvl6pPr marL="2304059" indent="0">
              <a:buNone/>
              <a:defRPr sz="1613" b="1"/>
            </a:lvl6pPr>
            <a:lvl7pPr marL="2764871" indent="0">
              <a:buNone/>
              <a:defRPr sz="1613" b="1"/>
            </a:lvl7pPr>
            <a:lvl8pPr marL="3225683" indent="0">
              <a:buNone/>
              <a:defRPr sz="1613" b="1"/>
            </a:lvl8pPr>
            <a:lvl9pPr marL="3686495" indent="0">
              <a:buNone/>
              <a:defRPr sz="1613" b="1"/>
            </a:lvl9pPr>
          </a:lstStyle>
          <a:p>
            <a:pPr lvl="0"/>
            <a:r>
              <a:rPr lang="en-US"/>
              <a:t>Edit Master text styles</a:t>
            </a:r>
          </a:p>
        </p:txBody>
      </p:sp>
      <p:sp>
        <p:nvSpPr>
          <p:cNvPr id="6" name="Content Placeholder 5"/>
          <p:cNvSpPr>
            <a:spLocks noGrp="1"/>
          </p:cNvSpPr>
          <p:nvPr>
            <p:ph sz="quarter" idx="4"/>
          </p:nvPr>
        </p:nvSpPr>
        <p:spPr>
          <a:xfrm>
            <a:off x="5061134" y="3271382"/>
            <a:ext cx="3966581" cy="279579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374491" y="298058"/>
            <a:ext cx="863020" cy="773729"/>
          </a:xfrm>
          <a:prstGeom prst="rect">
            <a:avLst/>
          </a:prstGeom>
        </p:spPr>
        <p:txBody>
          <a:bodyPr anchor="b"/>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885366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8374491" y="298058"/>
            <a:ext cx="863020" cy="773729"/>
          </a:xfrm>
          <a:prstGeom prst="rect">
            <a:avLst/>
          </a:prstGeom>
        </p:spPr>
        <p:txBody>
          <a:bodyPr anchor="b"/>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3278670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8447593" y="0"/>
            <a:ext cx="747951" cy="110811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1135152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p:cNvGrpSpPr/>
          <p:nvPr/>
        </p:nvGrpSpPr>
        <p:grpSpPr>
          <a:xfrm>
            <a:off x="-1732" y="0"/>
            <a:ext cx="9974407" cy="6914795"/>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2"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44961" y="1459195"/>
            <a:ext cx="2958418" cy="1507359"/>
          </a:xfrm>
        </p:spPr>
        <p:txBody>
          <a:bodyPr anchor="b"/>
          <a:lstStyle>
            <a:lvl1pPr algn="l">
              <a:defRPr sz="2419" b="0"/>
            </a:lvl1pPr>
          </a:lstStyle>
          <a:p>
            <a:r>
              <a:rPr lang="en-US"/>
              <a:t>Click to edit Master title style</a:t>
            </a:r>
          </a:p>
        </p:txBody>
      </p:sp>
      <p:sp>
        <p:nvSpPr>
          <p:cNvPr id="3" name="Content Placeholder 2"/>
          <p:cNvSpPr>
            <a:spLocks noGrp="1"/>
          </p:cNvSpPr>
          <p:nvPr>
            <p:ph idx="1"/>
          </p:nvPr>
        </p:nvSpPr>
        <p:spPr>
          <a:xfrm>
            <a:off x="4982986" y="1459195"/>
            <a:ext cx="3962077" cy="460798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944963" y="3111140"/>
            <a:ext cx="2958417" cy="2956790"/>
          </a:xfrm>
        </p:spPr>
        <p:txBody>
          <a:bodyPr/>
          <a:lstStyle>
            <a:lvl1pPr marL="0" indent="0">
              <a:buNone/>
              <a:defRPr sz="1411">
                <a:solidFill>
                  <a:schemeClr val="accent1">
                    <a:lumMod val="60000"/>
                    <a:lumOff val="40000"/>
                  </a:schemeClr>
                </a:solidFill>
              </a:defRPr>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9" name="Rectangle 8"/>
          <p:cNvSpPr/>
          <p:nvPr/>
        </p:nvSpPr>
        <p:spPr>
          <a:xfrm>
            <a:off x="8447593" y="0"/>
            <a:ext cx="747951" cy="110811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4112488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1732" y="0"/>
            <a:ext cx="9974407" cy="6914795"/>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4"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44962" y="1392262"/>
            <a:ext cx="3257794" cy="1587202"/>
          </a:xfrm>
        </p:spPr>
        <p:txBody>
          <a:bodyPr anchor="b">
            <a:normAutofit/>
          </a:bodyPr>
          <a:lstStyle>
            <a:lvl1pPr algn="l">
              <a:defRPr sz="2419" b="0"/>
            </a:lvl1pPr>
          </a:lstStyle>
          <a:p>
            <a:r>
              <a:rPr lang="en-US"/>
              <a:t>Click to edit Master title style</a:t>
            </a:r>
          </a:p>
        </p:txBody>
      </p:sp>
      <p:sp>
        <p:nvSpPr>
          <p:cNvPr id="3" name="Picture Placeholder 2"/>
          <p:cNvSpPr>
            <a:spLocks noGrp="1" noChangeAspect="1"/>
          </p:cNvSpPr>
          <p:nvPr>
            <p:ph type="pic" idx="1"/>
          </p:nvPr>
        </p:nvSpPr>
        <p:spPr>
          <a:xfrm>
            <a:off x="5150922" y="1331195"/>
            <a:ext cx="3044046" cy="4249585"/>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13"/>
            </a:lvl1pPr>
            <a:lvl2pPr marL="460812" indent="0">
              <a:buNone/>
              <a:defRPr sz="1613"/>
            </a:lvl2pPr>
            <a:lvl3pPr marL="921624" indent="0">
              <a:buNone/>
              <a:defRPr sz="1613"/>
            </a:lvl3pPr>
            <a:lvl4pPr marL="1382436" indent="0">
              <a:buNone/>
              <a:defRPr sz="1613"/>
            </a:lvl4pPr>
            <a:lvl5pPr marL="1843248" indent="0">
              <a:buNone/>
              <a:defRPr sz="1613"/>
            </a:lvl5pPr>
            <a:lvl6pPr marL="2304059" indent="0">
              <a:buNone/>
              <a:defRPr sz="1613"/>
            </a:lvl6pPr>
            <a:lvl7pPr marL="2764871" indent="0">
              <a:buNone/>
              <a:defRPr sz="1613"/>
            </a:lvl7pPr>
            <a:lvl8pPr marL="3225683" indent="0">
              <a:buNone/>
              <a:defRPr sz="1613"/>
            </a:lvl8pPr>
            <a:lvl9pPr marL="3686495" indent="0">
              <a:buNone/>
              <a:defRPr sz="1613"/>
            </a:lvl9pPr>
          </a:lstStyle>
          <a:p>
            <a:r>
              <a:rPr lang="en-US"/>
              <a:t>Click icon to add picture</a:t>
            </a:r>
          </a:p>
        </p:txBody>
      </p:sp>
      <p:sp>
        <p:nvSpPr>
          <p:cNvPr id="4" name="Text Placeholder 3"/>
          <p:cNvSpPr>
            <a:spLocks noGrp="1"/>
          </p:cNvSpPr>
          <p:nvPr>
            <p:ph type="body" sz="half" idx="2"/>
          </p:nvPr>
        </p:nvSpPr>
        <p:spPr>
          <a:xfrm>
            <a:off x="944962" y="3110389"/>
            <a:ext cx="3257794" cy="2470391"/>
          </a:xfrm>
        </p:spPr>
        <p:txBody>
          <a:bodyPr>
            <a:normAutofit/>
          </a:bodyPr>
          <a:lstStyle>
            <a:lvl1pPr marL="0" indent="0">
              <a:buNone/>
              <a:defRPr sz="1411">
                <a:solidFill>
                  <a:schemeClr val="accent1">
                    <a:lumMod val="60000"/>
                    <a:lumOff val="40000"/>
                  </a:schemeClr>
                </a:solidFill>
              </a:defRPr>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8447593" y="0"/>
            <a:ext cx="747951" cy="110811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1548017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1732" y="0"/>
            <a:ext cx="9974407" cy="6914795"/>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6" name="Rectangle 15"/>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44962" y="5000503"/>
            <a:ext cx="7003998" cy="571198"/>
          </a:xfrm>
        </p:spPr>
        <p:txBody>
          <a:bodyPr anchor="b">
            <a:normAutofit/>
          </a:bodyPr>
          <a:lstStyle>
            <a:lvl1pPr algn="l">
              <a:defRPr sz="2419" b="0"/>
            </a:lvl1pPr>
          </a:lstStyle>
          <a:p>
            <a:r>
              <a:rPr lang="en-US"/>
              <a:t>Click to edit Master title style</a:t>
            </a:r>
          </a:p>
        </p:txBody>
      </p:sp>
      <p:sp>
        <p:nvSpPr>
          <p:cNvPr id="3" name="Picture Placeholder 2"/>
          <p:cNvSpPr>
            <a:spLocks noGrp="1" noChangeAspect="1"/>
          </p:cNvSpPr>
          <p:nvPr>
            <p:ph type="pic" idx="1"/>
          </p:nvPr>
        </p:nvSpPr>
        <p:spPr>
          <a:xfrm>
            <a:off x="944962" y="691197"/>
            <a:ext cx="7003998" cy="345598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13"/>
            </a:lvl1pPr>
            <a:lvl2pPr marL="460812" indent="0">
              <a:buNone/>
              <a:defRPr sz="1613"/>
            </a:lvl2pPr>
            <a:lvl3pPr marL="921624" indent="0">
              <a:buNone/>
              <a:defRPr sz="1613"/>
            </a:lvl3pPr>
            <a:lvl4pPr marL="1382436" indent="0">
              <a:buNone/>
              <a:defRPr sz="1613"/>
            </a:lvl4pPr>
            <a:lvl5pPr marL="1843248" indent="0">
              <a:buNone/>
              <a:defRPr sz="1613"/>
            </a:lvl5pPr>
            <a:lvl6pPr marL="2304059" indent="0">
              <a:buNone/>
              <a:defRPr sz="1613"/>
            </a:lvl6pPr>
            <a:lvl7pPr marL="2764871" indent="0">
              <a:buNone/>
              <a:defRPr sz="1613"/>
            </a:lvl7pPr>
            <a:lvl8pPr marL="3225683" indent="0">
              <a:buNone/>
              <a:defRPr sz="1613"/>
            </a:lvl8pPr>
            <a:lvl9pPr marL="3686495" indent="0">
              <a:buNone/>
              <a:defRPr sz="1613"/>
            </a:lvl9pPr>
          </a:lstStyle>
          <a:p>
            <a:r>
              <a:rPr lang="en-US"/>
              <a:t>Click icon to add picture</a:t>
            </a:r>
          </a:p>
        </p:txBody>
      </p:sp>
      <p:sp>
        <p:nvSpPr>
          <p:cNvPr id="4" name="Text Placeholder 3"/>
          <p:cNvSpPr>
            <a:spLocks noGrp="1"/>
          </p:cNvSpPr>
          <p:nvPr>
            <p:ph type="body" sz="half" idx="2"/>
          </p:nvPr>
        </p:nvSpPr>
        <p:spPr bwMode="gray">
          <a:xfrm>
            <a:off x="944961" y="5571701"/>
            <a:ext cx="7003998" cy="497598"/>
          </a:xfrm>
        </p:spPr>
        <p:txBody>
          <a:bodyPr>
            <a:normAutofit/>
          </a:bodyPr>
          <a:lstStyle>
            <a:lvl1pPr marL="0" indent="0">
              <a:buNone/>
              <a:defRPr sz="1209">
                <a:solidFill>
                  <a:schemeClr val="accent1">
                    <a:lumMod val="60000"/>
                    <a:lumOff val="40000"/>
                  </a:schemeClr>
                </a:solidFill>
              </a:defRPr>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10" name="Rectangle 9"/>
          <p:cNvSpPr/>
          <p:nvPr/>
        </p:nvSpPr>
        <p:spPr>
          <a:xfrm>
            <a:off x="8447593" y="0"/>
            <a:ext cx="747951" cy="110811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3189880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3" name="Group 2"/>
          <p:cNvGrpSpPr/>
          <p:nvPr/>
        </p:nvGrpSpPr>
        <p:grpSpPr>
          <a:xfrm>
            <a:off x="-1732" y="0"/>
            <a:ext cx="9974407" cy="6914795"/>
            <a:chOff x="-1588" y="0"/>
            <a:chExt cx="9145588" cy="6860798"/>
          </a:xfrm>
        </p:grpSpPr>
        <p:sp>
          <p:nvSpPr>
            <p:cNvPr id="12" name="Rectangle 11"/>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44962" y="934397"/>
            <a:ext cx="7003999" cy="1706042"/>
          </a:xfrm>
        </p:spPr>
        <p:txBody>
          <a:bodyPr/>
          <a:lstStyle>
            <a:lvl1pPr>
              <a:defRPr sz="3628"/>
            </a:lvl1pPr>
          </a:lstStyle>
          <a:p>
            <a:r>
              <a:rPr lang="en-US"/>
              <a:t>Click to edit Master title style</a:t>
            </a:r>
          </a:p>
        </p:txBody>
      </p:sp>
      <p:sp>
        <p:nvSpPr>
          <p:cNvPr id="13" name="Text Placeholder 3"/>
          <p:cNvSpPr>
            <a:spLocks noGrp="1"/>
          </p:cNvSpPr>
          <p:nvPr>
            <p:ph type="body" sz="half" idx="2"/>
          </p:nvPr>
        </p:nvSpPr>
        <p:spPr>
          <a:xfrm>
            <a:off x="944962" y="3515476"/>
            <a:ext cx="7003999" cy="2556823"/>
          </a:xfrm>
        </p:spPr>
        <p:txBody>
          <a:bodyPr anchor="ctr">
            <a:normAutofit/>
          </a:bodyPr>
          <a:lstStyle>
            <a:lvl1pPr marL="0" indent="0">
              <a:buNone/>
              <a:defRPr sz="1814"/>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8" name="Rectangle 7"/>
          <p:cNvSpPr/>
          <p:nvPr/>
        </p:nvSpPr>
        <p:spPr>
          <a:xfrm>
            <a:off x="8447593" y="0"/>
            <a:ext cx="747951" cy="110811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37307514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3" name="Group 2"/>
          <p:cNvGrpSpPr/>
          <p:nvPr/>
        </p:nvGrpSpPr>
        <p:grpSpPr>
          <a:xfrm>
            <a:off x="-1732" y="0"/>
            <a:ext cx="9974407" cy="6914795"/>
            <a:chOff x="-1588" y="0"/>
            <a:chExt cx="9145588" cy="6860798"/>
          </a:xfrm>
        </p:grpSpPr>
        <p:sp>
          <p:nvSpPr>
            <p:cNvPr id="13" name="Rectangle 12"/>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10"/>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4"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3" name="TextBox 22"/>
          <p:cNvSpPr txBox="1"/>
          <p:nvPr/>
        </p:nvSpPr>
        <p:spPr bwMode="gray">
          <a:xfrm>
            <a:off x="706104" y="656820"/>
            <a:ext cx="656110" cy="1333855"/>
          </a:xfrm>
          <a:prstGeom prst="rect">
            <a:avLst/>
          </a:prstGeom>
          <a:noFill/>
        </p:spPr>
        <p:txBody>
          <a:bodyPr wrap="square" rtlCol="0">
            <a:spAutoFit/>
          </a:bodyPr>
          <a:lstStyle/>
          <a:p>
            <a:pPr algn="r"/>
            <a:r>
              <a:rPr lang="en-US" sz="8063" b="0" i="0">
                <a:solidFill>
                  <a:schemeClr val="accent1">
                    <a:lumMod val="60000"/>
                    <a:lumOff val="40000"/>
                  </a:schemeClr>
                </a:solidFill>
                <a:latin typeface="Arial"/>
                <a:cs typeface="Arial"/>
              </a:rPr>
              <a:t>“</a:t>
            </a:r>
          </a:p>
        </p:txBody>
      </p:sp>
      <p:sp>
        <p:nvSpPr>
          <p:cNvPr id="14" name="TextBox 13"/>
          <p:cNvSpPr txBox="1"/>
          <p:nvPr/>
        </p:nvSpPr>
        <p:spPr bwMode="gray">
          <a:xfrm>
            <a:off x="7710084" y="2923119"/>
            <a:ext cx="675166" cy="1333855"/>
          </a:xfrm>
          <a:prstGeom prst="rect">
            <a:avLst/>
          </a:prstGeom>
          <a:noFill/>
        </p:spPr>
        <p:txBody>
          <a:bodyPr wrap="square" rtlCol="0">
            <a:spAutoFit/>
          </a:bodyPr>
          <a:lstStyle/>
          <a:p>
            <a:pPr algn="r"/>
            <a:r>
              <a:rPr lang="en-US" sz="8063"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230291" y="934396"/>
            <a:ext cx="6718670" cy="2904863"/>
          </a:xfrm>
        </p:spPr>
        <p:txBody>
          <a:bodyPr anchor="ctr"/>
          <a:lstStyle>
            <a:lvl1pPr>
              <a:defRPr sz="3628"/>
            </a:lvl1pPr>
          </a:lstStyle>
          <a:p>
            <a:r>
              <a:rPr lang="en-US"/>
              <a:t>Click to edit Master title style</a:t>
            </a:r>
          </a:p>
        </p:txBody>
      </p:sp>
      <p:sp>
        <p:nvSpPr>
          <p:cNvPr id="17" name="Text Placeholder 3"/>
          <p:cNvSpPr>
            <a:spLocks noGrp="1"/>
          </p:cNvSpPr>
          <p:nvPr>
            <p:ph type="body" sz="half" idx="13"/>
          </p:nvPr>
        </p:nvSpPr>
        <p:spPr bwMode="gray">
          <a:xfrm>
            <a:off x="1513000" y="3839259"/>
            <a:ext cx="6157825" cy="335735"/>
          </a:xfrm>
        </p:spPr>
        <p:txBody>
          <a:bodyPr>
            <a:normAutofit/>
          </a:bodyPr>
          <a:lstStyle>
            <a:lvl1pPr marL="0" indent="0">
              <a:buNone/>
              <a:defRPr lang="en-US" sz="1411" b="0" i="0" kern="1200" cap="small" dirty="0">
                <a:solidFill>
                  <a:schemeClr val="accent1">
                    <a:lumMod val="60000"/>
                    <a:lumOff val="40000"/>
                  </a:schemeClr>
                </a:solidFill>
                <a:latin typeface="+mn-lt"/>
                <a:ea typeface="+mn-ea"/>
              </a:defRPr>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16" name="Text Placeholder 3"/>
          <p:cNvSpPr>
            <a:spLocks noGrp="1"/>
          </p:cNvSpPr>
          <p:nvPr>
            <p:ph type="body" sz="half" idx="2"/>
          </p:nvPr>
        </p:nvSpPr>
        <p:spPr>
          <a:xfrm>
            <a:off x="944962" y="5040175"/>
            <a:ext cx="6918568" cy="1018573"/>
          </a:xfrm>
        </p:spPr>
        <p:txBody>
          <a:bodyPr anchor="ctr">
            <a:normAutofit/>
          </a:bodyPr>
          <a:lstStyle>
            <a:lvl1pPr marL="0" indent="0">
              <a:buNone/>
              <a:defRPr sz="1814"/>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9" name="Rectangle 8"/>
          <p:cNvSpPr/>
          <p:nvPr/>
        </p:nvSpPr>
        <p:spPr>
          <a:xfrm>
            <a:off x="8447593" y="0"/>
            <a:ext cx="747951" cy="110811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40421549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9" name="Group 8"/>
          <p:cNvGrpSpPr/>
          <p:nvPr/>
        </p:nvGrpSpPr>
        <p:grpSpPr>
          <a:xfrm>
            <a:off x="-1732" y="0"/>
            <a:ext cx="9974407" cy="6914795"/>
            <a:chOff x="-1588" y="0"/>
            <a:chExt cx="9145588" cy="6860798"/>
          </a:xfrm>
        </p:grpSpPr>
        <p:sp>
          <p:nvSpPr>
            <p:cNvPr id="10" name="Rectangle 9"/>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944962" y="2073593"/>
            <a:ext cx="7003999" cy="2111992"/>
          </a:xfrm>
        </p:spPr>
        <p:txBody>
          <a:bodyPr anchor="b"/>
          <a:lstStyle>
            <a:lvl1pPr algn="l">
              <a:defRPr sz="4032" b="0" cap="none"/>
            </a:lvl1pPr>
          </a:lstStyle>
          <a:p>
            <a:r>
              <a:rPr lang="en-US"/>
              <a:t>Click to edit Master title style</a:t>
            </a:r>
          </a:p>
        </p:txBody>
      </p:sp>
      <p:sp>
        <p:nvSpPr>
          <p:cNvPr id="3" name="Text Placeholder 2"/>
          <p:cNvSpPr>
            <a:spLocks noGrp="1"/>
          </p:cNvSpPr>
          <p:nvPr>
            <p:ph type="body" idx="1"/>
          </p:nvPr>
        </p:nvSpPr>
        <p:spPr>
          <a:xfrm>
            <a:off x="944962" y="5064456"/>
            <a:ext cx="7003998" cy="1002721"/>
          </a:xfrm>
        </p:spPr>
        <p:txBody>
          <a:bodyPr anchor="t"/>
          <a:lstStyle>
            <a:lvl1pPr marL="0" indent="0" algn="l">
              <a:buNone/>
              <a:defRPr sz="2016" cap="none">
                <a:solidFill>
                  <a:schemeClr val="accent1">
                    <a:lumMod val="60000"/>
                    <a:lumOff val="40000"/>
                  </a:schemeClr>
                </a:solidFill>
              </a:defRPr>
            </a:lvl1pPr>
            <a:lvl2pPr marL="460812" indent="0">
              <a:buNone/>
              <a:defRPr sz="1814">
                <a:solidFill>
                  <a:schemeClr val="tx1">
                    <a:tint val="75000"/>
                  </a:schemeClr>
                </a:solidFill>
              </a:defRPr>
            </a:lvl2pPr>
            <a:lvl3pPr marL="921624" indent="0">
              <a:buNone/>
              <a:defRPr sz="1613">
                <a:solidFill>
                  <a:schemeClr val="tx1">
                    <a:tint val="75000"/>
                  </a:schemeClr>
                </a:solidFill>
              </a:defRPr>
            </a:lvl3pPr>
            <a:lvl4pPr marL="1382436" indent="0">
              <a:buNone/>
              <a:defRPr sz="1411">
                <a:solidFill>
                  <a:schemeClr val="tx1">
                    <a:tint val="75000"/>
                  </a:schemeClr>
                </a:solidFill>
              </a:defRPr>
            </a:lvl4pPr>
            <a:lvl5pPr marL="1843248" indent="0">
              <a:buNone/>
              <a:defRPr sz="1411">
                <a:solidFill>
                  <a:schemeClr val="tx1">
                    <a:tint val="75000"/>
                  </a:schemeClr>
                </a:solidFill>
              </a:defRPr>
            </a:lvl5pPr>
            <a:lvl6pPr marL="2304059" indent="0">
              <a:buNone/>
              <a:defRPr sz="1411">
                <a:solidFill>
                  <a:schemeClr val="tx1">
                    <a:tint val="75000"/>
                  </a:schemeClr>
                </a:solidFill>
              </a:defRPr>
            </a:lvl6pPr>
            <a:lvl7pPr marL="2764871" indent="0">
              <a:buNone/>
              <a:defRPr sz="1411">
                <a:solidFill>
                  <a:schemeClr val="tx1">
                    <a:tint val="75000"/>
                  </a:schemeClr>
                </a:solidFill>
              </a:defRPr>
            </a:lvl7pPr>
            <a:lvl8pPr marL="3225683" indent="0">
              <a:buNone/>
              <a:defRPr sz="1411">
                <a:solidFill>
                  <a:schemeClr val="tx1">
                    <a:tint val="75000"/>
                  </a:schemeClr>
                </a:solidFill>
              </a:defRPr>
            </a:lvl8pPr>
            <a:lvl9pPr marL="3686495" indent="0">
              <a:buNone/>
              <a:defRPr sz="1411">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7" name="Rectangle 6"/>
          <p:cNvSpPr/>
          <p:nvPr/>
        </p:nvSpPr>
        <p:spPr>
          <a:xfrm>
            <a:off x="8447593" y="0"/>
            <a:ext cx="747951" cy="110811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3584538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944962" y="934397"/>
            <a:ext cx="7005731" cy="715451"/>
          </a:xfrm>
        </p:spPr>
        <p:txBody>
          <a:bodyPr/>
          <a:lstStyle>
            <a:lvl1pPr>
              <a:defRPr sz="3225"/>
            </a:lvl1pPr>
          </a:lstStyle>
          <a:p>
            <a:r>
              <a:rPr lang="en-US"/>
              <a:t>Click to edit Master title style</a:t>
            </a:r>
          </a:p>
        </p:txBody>
      </p:sp>
      <p:sp>
        <p:nvSpPr>
          <p:cNvPr id="3" name="Text Placeholder 2"/>
          <p:cNvSpPr>
            <a:spLocks noGrp="1"/>
          </p:cNvSpPr>
          <p:nvPr>
            <p:ph type="body" idx="1"/>
          </p:nvPr>
        </p:nvSpPr>
        <p:spPr>
          <a:xfrm>
            <a:off x="944961" y="2508791"/>
            <a:ext cx="2523087" cy="663140"/>
          </a:xfrm>
        </p:spPr>
        <p:txBody>
          <a:bodyPr anchor="b">
            <a:noAutofit/>
          </a:bodyPr>
          <a:lstStyle>
            <a:lvl1pPr marL="0" indent="0">
              <a:buNone/>
              <a:defRPr sz="2016" b="0">
                <a:solidFill>
                  <a:schemeClr val="accent1">
                    <a:lumMod val="60000"/>
                    <a:lumOff val="40000"/>
                  </a:schemeClr>
                </a:solidFill>
              </a:defRPr>
            </a:lvl1pPr>
            <a:lvl2pPr marL="460812" indent="0">
              <a:buNone/>
              <a:defRPr sz="2016" b="1"/>
            </a:lvl2pPr>
            <a:lvl3pPr marL="921624" indent="0">
              <a:buNone/>
              <a:defRPr sz="1814" b="1"/>
            </a:lvl3pPr>
            <a:lvl4pPr marL="1382436" indent="0">
              <a:buNone/>
              <a:defRPr sz="1613" b="1"/>
            </a:lvl4pPr>
            <a:lvl5pPr marL="1843248" indent="0">
              <a:buNone/>
              <a:defRPr sz="1613" b="1"/>
            </a:lvl5pPr>
            <a:lvl6pPr marL="2304059" indent="0">
              <a:buNone/>
              <a:defRPr sz="1613" b="1"/>
            </a:lvl6pPr>
            <a:lvl7pPr marL="2764871" indent="0">
              <a:buNone/>
              <a:defRPr sz="1613" b="1"/>
            </a:lvl7pPr>
            <a:lvl8pPr marL="3225683" indent="0">
              <a:buNone/>
              <a:defRPr sz="1613" b="1"/>
            </a:lvl8pPr>
            <a:lvl9pPr marL="3686495" indent="0">
              <a:buNone/>
              <a:defRPr sz="1613" b="1"/>
            </a:lvl9pPr>
          </a:lstStyle>
          <a:p>
            <a:pPr lvl="0"/>
            <a:r>
              <a:rPr lang="en-US"/>
              <a:t>Edit Master text styles</a:t>
            </a:r>
          </a:p>
        </p:txBody>
      </p:sp>
      <p:sp>
        <p:nvSpPr>
          <p:cNvPr id="22" name="Text Placeholder 3"/>
          <p:cNvSpPr>
            <a:spLocks noGrp="1"/>
          </p:cNvSpPr>
          <p:nvPr>
            <p:ph type="body" sz="half" idx="15"/>
          </p:nvPr>
        </p:nvSpPr>
        <p:spPr>
          <a:xfrm>
            <a:off x="944961" y="3171933"/>
            <a:ext cx="2523087" cy="2911099"/>
          </a:xfrm>
        </p:spPr>
        <p:txBody>
          <a:bodyPr anchor="t">
            <a:normAutofit/>
          </a:bodyPr>
          <a:lstStyle>
            <a:lvl1pPr marL="0" indent="0">
              <a:buNone/>
              <a:defRPr sz="1209"/>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5" name="Text Placeholder 4"/>
          <p:cNvSpPr>
            <a:spLocks noGrp="1"/>
          </p:cNvSpPr>
          <p:nvPr>
            <p:ph type="body" sz="quarter" idx="3"/>
          </p:nvPr>
        </p:nvSpPr>
        <p:spPr>
          <a:xfrm>
            <a:off x="3714248" y="2508791"/>
            <a:ext cx="2529070" cy="663140"/>
          </a:xfrm>
        </p:spPr>
        <p:txBody>
          <a:bodyPr anchor="b">
            <a:noAutofit/>
          </a:bodyPr>
          <a:lstStyle>
            <a:lvl1pPr marL="0" indent="0">
              <a:buNone/>
              <a:defRPr sz="2016" b="0">
                <a:solidFill>
                  <a:schemeClr val="accent1">
                    <a:lumMod val="60000"/>
                    <a:lumOff val="40000"/>
                  </a:schemeClr>
                </a:solidFill>
              </a:defRPr>
            </a:lvl1pPr>
            <a:lvl2pPr marL="460812" indent="0">
              <a:buNone/>
              <a:defRPr sz="2016" b="1"/>
            </a:lvl2pPr>
            <a:lvl3pPr marL="921624" indent="0">
              <a:buNone/>
              <a:defRPr sz="1814" b="1"/>
            </a:lvl3pPr>
            <a:lvl4pPr marL="1382436" indent="0">
              <a:buNone/>
              <a:defRPr sz="1613" b="1"/>
            </a:lvl4pPr>
            <a:lvl5pPr marL="1843248" indent="0">
              <a:buNone/>
              <a:defRPr sz="1613" b="1"/>
            </a:lvl5pPr>
            <a:lvl6pPr marL="2304059" indent="0">
              <a:buNone/>
              <a:defRPr sz="1613" b="1"/>
            </a:lvl6pPr>
            <a:lvl7pPr marL="2764871" indent="0">
              <a:buNone/>
              <a:defRPr sz="1613" b="1"/>
            </a:lvl7pPr>
            <a:lvl8pPr marL="3225683" indent="0">
              <a:buNone/>
              <a:defRPr sz="1613" b="1"/>
            </a:lvl8pPr>
            <a:lvl9pPr marL="3686495" indent="0">
              <a:buNone/>
              <a:defRPr sz="1613" b="1"/>
            </a:lvl9pPr>
          </a:lstStyle>
          <a:p>
            <a:pPr lvl="0"/>
            <a:r>
              <a:rPr lang="en-US"/>
              <a:t>Edit Master text styles</a:t>
            </a:r>
          </a:p>
        </p:txBody>
      </p:sp>
      <p:sp>
        <p:nvSpPr>
          <p:cNvPr id="23" name="Text Placeholder 3"/>
          <p:cNvSpPr>
            <a:spLocks noGrp="1"/>
          </p:cNvSpPr>
          <p:nvPr>
            <p:ph type="body" sz="half" idx="16"/>
          </p:nvPr>
        </p:nvSpPr>
        <p:spPr>
          <a:xfrm>
            <a:off x="3717364" y="3171933"/>
            <a:ext cx="2529070" cy="2911099"/>
          </a:xfrm>
        </p:spPr>
        <p:txBody>
          <a:bodyPr anchor="t">
            <a:normAutofit/>
          </a:bodyPr>
          <a:lstStyle>
            <a:lvl1pPr marL="0" indent="0">
              <a:buNone/>
              <a:defRPr sz="1209"/>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14" name="Text Placeholder 4"/>
          <p:cNvSpPr>
            <a:spLocks noGrp="1"/>
          </p:cNvSpPr>
          <p:nvPr>
            <p:ph type="body" sz="quarter" idx="13"/>
          </p:nvPr>
        </p:nvSpPr>
        <p:spPr>
          <a:xfrm>
            <a:off x="6498644" y="2508791"/>
            <a:ext cx="2529070" cy="663140"/>
          </a:xfrm>
        </p:spPr>
        <p:txBody>
          <a:bodyPr anchor="b">
            <a:noAutofit/>
          </a:bodyPr>
          <a:lstStyle>
            <a:lvl1pPr marL="0" indent="0">
              <a:buNone/>
              <a:defRPr sz="2016" b="0">
                <a:solidFill>
                  <a:schemeClr val="accent1">
                    <a:lumMod val="60000"/>
                    <a:lumOff val="40000"/>
                  </a:schemeClr>
                </a:solidFill>
              </a:defRPr>
            </a:lvl1pPr>
            <a:lvl2pPr marL="460812" indent="0">
              <a:buNone/>
              <a:defRPr sz="2016" b="1"/>
            </a:lvl2pPr>
            <a:lvl3pPr marL="921624" indent="0">
              <a:buNone/>
              <a:defRPr sz="1814" b="1"/>
            </a:lvl3pPr>
            <a:lvl4pPr marL="1382436" indent="0">
              <a:buNone/>
              <a:defRPr sz="1613" b="1"/>
            </a:lvl4pPr>
            <a:lvl5pPr marL="1843248" indent="0">
              <a:buNone/>
              <a:defRPr sz="1613" b="1"/>
            </a:lvl5pPr>
            <a:lvl6pPr marL="2304059" indent="0">
              <a:buNone/>
              <a:defRPr sz="1613" b="1"/>
            </a:lvl6pPr>
            <a:lvl7pPr marL="2764871" indent="0">
              <a:buNone/>
              <a:defRPr sz="1613" b="1"/>
            </a:lvl7pPr>
            <a:lvl8pPr marL="3225683" indent="0">
              <a:buNone/>
              <a:defRPr sz="1613" b="1"/>
            </a:lvl8pPr>
            <a:lvl9pPr marL="3686495" indent="0">
              <a:buNone/>
              <a:defRPr sz="1613" b="1"/>
            </a:lvl9pPr>
          </a:lstStyle>
          <a:p>
            <a:pPr lvl="0"/>
            <a:r>
              <a:rPr lang="en-US"/>
              <a:t>Edit Master text styles</a:t>
            </a:r>
          </a:p>
        </p:txBody>
      </p:sp>
      <p:sp>
        <p:nvSpPr>
          <p:cNvPr id="24" name="Text Placeholder 3"/>
          <p:cNvSpPr>
            <a:spLocks noGrp="1"/>
          </p:cNvSpPr>
          <p:nvPr>
            <p:ph type="body" sz="half" idx="17"/>
          </p:nvPr>
        </p:nvSpPr>
        <p:spPr>
          <a:xfrm>
            <a:off x="6501145" y="3171933"/>
            <a:ext cx="2526569" cy="2911099"/>
          </a:xfrm>
        </p:spPr>
        <p:txBody>
          <a:bodyPr anchor="t">
            <a:normAutofit/>
          </a:bodyPr>
          <a:lstStyle>
            <a:lvl1pPr marL="0" indent="0">
              <a:buNone/>
              <a:defRPr sz="1209"/>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cxnSp>
        <p:nvCxnSpPr>
          <p:cNvPr id="17" name="Straight Connector 16"/>
          <p:cNvCxnSpPr/>
          <p:nvPr/>
        </p:nvCxnSpPr>
        <p:spPr>
          <a:xfrm>
            <a:off x="3593097" y="2508792"/>
            <a:ext cx="0" cy="357423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379634" y="2508792"/>
            <a:ext cx="0" cy="357423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758836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944961" y="934397"/>
            <a:ext cx="6920299" cy="715451"/>
          </a:xfrm>
        </p:spPr>
        <p:txBody>
          <a:bodyPr/>
          <a:lstStyle>
            <a:lvl1pPr>
              <a:defRPr sz="3225"/>
            </a:lvl1pPr>
          </a:lstStyle>
          <a:p>
            <a:r>
              <a:rPr lang="en-US"/>
              <a:t>Click to edit Master title style</a:t>
            </a:r>
          </a:p>
        </p:txBody>
      </p:sp>
      <p:sp>
        <p:nvSpPr>
          <p:cNvPr id="3" name="Text Placeholder 2"/>
          <p:cNvSpPr>
            <a:spLocks noGrp="1"/>
          </p:cNvSpPr>
          <p:nvPr>
            <p:ph type="body" idx="1"/>
          </p:nvPr>
        </p:nvSpPr>
        <p:spPr>
          <a:xfrm>
            <a:off x="944961" y="4212491"/>
            <a:ext cx="2523087" cy="663140"/>
          </a:xfrm>
        </p:spPr>
        <p:txBody>
          <a:bodyPr anchor="b">
            <a:noAutofit/>
          </a:bodyPr>
          <a:lstStyle>
            <a:lvl1pPr marL="0" indent="0">
              <a:buNone/>
              <a:defRPr sz="2016" b="0">
                <a:solidFill>
                  <a:schemeClr val="accent1">
                    <a:lumMod val="60000"/>
                    <a:lumOff val="40000"/>
                  </a:schemeClr>
                </a:solidFill>
              </a:defRPr>
            </a:lvl1pPr>
            <a:lvl2pPr marL="460812" indent="0">
              <a:buNone/>
              <a:defRPr sz="2016" b="1"/>
            </a:lvl2pPr>
            <a:lvl3pPr marL="921624" indent="0">
              <a:buNone/>
              <a:defRPr sz="1814" b="1"/>
            </a:lvl3pPr>
            <a:lvl4pPr marL="1382436" indent="0">
              <a:buNone/>
              <a:defRPr sz="1613" b="1"/>
            </a:lvl4pPr>
            <a:lvl5pPr marL="1843248" indent="0">
              <a:buNone/>
              <a:defRPr sz="1613" b="1"/>
            </a:lvl5pPr>
            <a:lvl6pPr marL="2304059" indent="0">
              <a:buNone/>
              <a:defRPr sz="1613" b="1"/>
            </a:lvl6pPr>
            <a:lvl7pPr marL="2764871" indent="0">
              <a:buNone/>
              <a:defRPr sz="1613" b="1"/>
            </a:lvl7pPr>
            <a:lvl8pPr marL="3225683" indent="0">
              <a:buNone/>
              <a:defRPr sz="1613" b="1"/>
            </a:lvl8pPr>
            <a:lvl9pPr marL="3686495" indent="0">
              <a:buNone/>
              <a:defRPr sz="1613" b="1"/>
            </a:lvl9pPr>
          </a:lstStyle>
          <a:p>
            <a:pPr lvl="0"/>
            <a:r>
              <a:rPr lang="en-US"/>
              <a:t>Edit Master text styles</a:t>
            </a:r>
          </a:p>
        </p:txBody>
      </p:sp>
      <p:sp>
        <p:nvSpPr>
          <p:cNvPr id="22" name="Picture Placeholder 2"/>
          <p:cNvSpPr>
            <a:spLocks noGrp="1" noChangeAspect="1"/>
          </p:cNvSpPr>
          <p:nvPr>
            <p:ph type="pic" idx="15"/>
          </p:nvPr>
        </p:nvSpPr>
        <p:spPr>
          <a:xfrm>
            <a:off x="1111407" y="2508791"/>
            <a:ext cx="2197766" cy="14587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13"/>
            </a:lvl1pPr>
            <a:lvl2pPr marL="460812" indent="0">
              <a:buNone/>
              <a:defRPr sz="1613"/>
            </a:lvl2pPr>
            <a:lvl3pPr marL="921624" indent="0">
              <a:buNone/>
              <a:defRPr sz="1613"/>
            </a:lvl3pPr>
            <a:lvl4pPr marL="1382436" indent="0">
              <a:buNone/>
              <a:defRPr sz="1613"/>
            </a:lvl4pPr>
            <a:lvl5pPr marL="1843248" indent="0">
              <a:buNone/>
              <a:defRPr sz="1613"/>
            </a:lvl5pPr>
            <a:lvl6pPr marL="2304059" indent="0">
              <a:buNone/>
              <a:defRPr sz="1613"/>
            </a:lvl6pPr>
            <a:lvl7pPr marL="2764871" indent="0">
              <a:buNone/>
              <a:defRPr sz="1613"/>
            </a:lvl7pPr>
            <a:lvl8pPr marL="3225683" indent="0">
              <a:buNone/>
              <a:defRPr sz="1613"/>
            </a:lvl8pPr>
            <a:lvl9pPr marL="3686495" indent="0">
              <a:buNone/>
              <a:defRPr sz="1613"/>
            </a:lvl9pPr>
          </a:lstStyle>
          <a:p>
            <a:r>
              <a:rPr lang="en-US"/>
              <a:t>Click icon to add picture</a:t>
            </a:r>
          </a:p>
        </p:txBody>
      </p:sp>
      <p:sp>
        <p:nvSpPr>
          <p:cNvPr id="23" name="Text Placeholder 3"/>
          <p:cNvSpPr>
            <a:spLocks noGrp="1"/>
          </p:cNvSpPr>
          <p:nvPr>
            <p:ph type="body" sz="half" idx="18"/>
          </p:nvPr>
        </p:nvSpPr>
        <p:spPr>
          <a:xfrm>
            <a:off x="944960" y="4875632"/>
            <a:ext cx="2523087" cy="1196666"/>
          </a:xfrm>
        </p:spPr>
        <p:txBody>
          <a:bodyPr anchor="t">
            <a:normAutofit/>
          </a:bodyPr>
          <a:lstStyle>
            <a:lvl1pPr marL="0" indent="0">
              <a:buNone/>
              <a:defRPr sz="1209"/>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5" name="Text Placeholder 4"/>
          <p:cNvSpPr>
            <a:spLocks noGrp="1"/>
          </p:cNvSpPr>
          <p:nvPr>
            <p:ph type="body" sz="quarter" idx="3"/>
          </p:nvPr>
        </p:nvSpPr>
        <p:spPr>
          <a:xfrm>
            <a:off x="3720258" y="4212490"/>
            <a:ext cx="2529070" cy="663140"/>
          </a:xfrm>
        </p:spPr>
        <p:txBody>
          <a:bodyPr anchor="b">
            <a:noAutofit/>
          </a:bodyPr>
          <a:lstStyle>
            <a:lvl1pPr marL="0" indent="0">
              <a:buNone/>
              <a:defRPr sz="2016" b="0">
                <a:solidFill>
                  <a:schemeClr val="accent1">
                    <a:lumMod val="60000"/>
                    <a:lumOff val="40000"/>
                  </a:schemeClr>
                </a:solidFill>
              </a:defRPr>
            </a:lvl1pPr>
            <a:lvl2pPr marL="460812" indent="0">
              <a:buNone/>
              <a:defRPr sz="2016" b="1"/>
            </a:lvl2pPr>
            <a:lvl3pPr marL="921624" indent="0">
              <a:buNone/>
              <a:defRPr sz="1814" b="1"/>
            </a:lvl3pPr>
            <a:lvl4pPr marL="1382436" indent="0">
              <a:buNone/>
              <a:defRPr sz="1613" b="1"/>
            </a:lvl4pPr>
            <a:lvl5pPr marL="1843248" indent="0">
              <a:buNone/>
              <a:defRPr sz="1613" b="1"/>
            </a:lvl5pPr>
            <a:lvl6pPr marL="2304059" indent="0">
              <a:buNone/>
              <a:defRPr sz="1613" b="1"/>
            </a:lvl6pPr>
            <a:lvl7pPr marL="2764871" indent="0">
              <a:buNone/>
              <a:defRPr sz="1613" b="1"/>
            </a:lvl7pPr>
            <a:lvl8pPr marL="3225683" indent="0">
              <a:buNone/>
              <a:defRPr sz="1613" b="1"/>
            </a:lvl8pPr>
            <a:lvl9pPr marL="3686495" indent="0">
              <a:buNone/>
              <a:defRPr sz="1613" b="1"/>
            </a:lvl9pPr>
          </a:lstStyle>
          <a:p>
            <a:pPr lvl="0"/>
            <a:r>
              <a:rPr lang="en-US"/>
              <a:t>Edit Master text styles</a:t>
            </a:r>
          </a:p>
        </p:txBody>
      </p:sp>
      <p:sp>
        <p:nvSpPr>
          <p:cNvPr id="38" name="Picture Placeholder 2"/>
          <p:cNvSpPr>
            <a:spLocks noGrp="1" noChangeAspect="1"/>
          </p:cNvSpPr>
          <p:nvPr>
            <p:ph type="pic" idx="21"/>
          </p:nvPr>
        </p:nvSpPr>
        <p:spPr>
          <a:xfrm>
            <a:off x="3875197" y="2508791"/>
            <a:ext cx="2197766" cy="14587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13"/>
            </a:lvl1pPr>
            <a:lvl2pPr marL="460812" indent="0">
              <a:buNone/>
              <a:defRPr sz="1613"/>
            </a:lvl2pPr>
            <a:lvl3pPr marL="921624" indent="0">
              <a:buNone/>
              <a:defRPr sz="1613"/>
            </a:lvl3pPr>
            <a:lvl4pPr marL="1382436" indent="0">
              <a:buNone/>
              <a:defRPr sz="1613"/>
            </a:lvl4pPr>
            <a:lvl5pPr marL="1843248" indent="0">
              <a:buNone/>
              <a:defRPr sz="1613"/>
            </a:lvl5pPr>
            <a:lvl6pPr marL="2304059" indent="0">
              <a:buNone/>
              <a:defRPr sz="1613"/>
            </a:lvl6pPr>
            <a:lvl7pPr marL="2764871" indent="0">
              <a:buNone/>
              <a:defRPr sz="1613"/>
            </a:lvl7pPr>
            <a:lvl8pPr marL="3225683" indent="0">
              <a:buNone/>
              <a:defRPr sz="1613"/>
            </a:lvl8pPr>
            <a:lvl9pPr marL="3686495" indent="0">
              <a:buNone/>
              <a:defRPr sz="1613"/>
            </a:lvl9pPr>
          </a:lstStyle>
          <a:p>
            <a:r>
              <a:rPr lang="en-US"/>
              <a:t>Click icon to add picture</a:t>
            </a:r>
          </a:p>
        </p:txBody>
      </p:sp>
      <p:sp>
        <p:nvSpPr>
          <p:cNvPr id="24" name="Text Placeholder 3"/>
          <p:cNvSpPr>
            <a:spLocks noGrp="1"/>
          </p:cNvSpPr>
          <p:nvPr>
            <p:ph type="body" sz="half" idx="19"/>
          </p:nvPr>
        </p:nvSpPr>
        <p:spPr>
          <a:xfrm>
            <a:off x="3720258" y="4886366"/>
            <a:ext cx="2529070" cy="1196666"/>
          </a:xfrm>
        </p:spPr>
        <p:txBody>
          <a:bodyPr anchor="t">
            <a:normAutofit/>
          </a:bodyPr>
          <a:lstStyle>
            <a:lvl1pPr marL="0" indent="0">
              <a:buNone/>
              <a:defRPr sz="1209"/>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sp>
        <p:nvSpPr>
          <p:cNvPr id="14" name="Text Placeholder 4"/>
          <p:cNvSpPr>
            <a:spLocks noGrp="1"/>
          </p:cNvSpPr>
          <p:nvPr>
            <p:ph type="body" sz="quarter" idx="13"/>
          </p:nvPr>
        </p:nvSpPr>
        <p:spPr>
          <a:xfrm>
            <a:off x="6498644" y="4212491"/>
            <a:ext cx="2529070" cy="663140"/>
          </a:xfrm>
        </p:spPr>
        <p:txBody>
          <a:bodyPr anchor="b">
            <a:noAutofit/>
          </a:bodyPr>
          <a:lstStyle>
            <a:lvl1pPr marL="0" indent="0">
              <a:buNone/>
              <a:defRPr sz="2016" b="0">
                <a:solidFill>
                  <a:schemeClr val="accent1">
                    <a:lumMod val="60000"/>
                    <a:lumOff val="40000"/>
                  </a:schemeClr>
                </a:solidFill>
              </a:defRPr>
            </a:lvl1pPr>
            <a:lvl2pPr marL="460812" indent="0">
              <a:buNone/>
              <a:defRPr sz="2016" b="1"/>
            </a:lvl2pPr>
            <a:lvl3pPr marL="921624" indent="0">
              <a:buNone/>
              <a:defRPr sz="1814" b="1"/>
            </a:lvl3pPr>
            <a:lvl4pPr marL="1382436" indent="0">
              <a:buNone/>
              <a:defRPr sz="1613" b="1"/>
            </a:lvl4pPr>
            <a:lvl5pPr marL="1843248" indent="0">
              <a:buNone/>
              <a:defRPr sz="1613" b="1"/>
            </a:lvl5pPr>
            <a:lvl6pPr marL="2304059" indent="0">
              <a:buNone/>
              <a:defRPr sz="1613" b="1"/>
            </a:lvl6pPr>
            <a:lvl7pPr marL="2764871" indent="0">
              <a:buNone/>
              <a:defRPr sz="1613" b="1"/>
            </a:lvl7pPr>
            <a:lvl8pPr marL="3225683" indent="0">
              <a:buNone/>
              <a:defRPr sz="1613" b="1"/>
            </a:lvl8pPr>
            <a:lvl9pPr marL="3686495" indent="0">
              <a:buNone/>
              <a:defRPr sz="1613" b="1"/>
            </a:lvl9pPr>
          </a:lstStyle>
          <a:p>
            <a:pPr lvl="0"/>
            <a:r>
              <a:rPr lang="en-US"/>
              <a:t>Edit Master text styles</a:t>
            </a:r>
          </a:p>
        </p:txBody>
      </p:sp>
      <p:sp>
        <p:nvSpPr>
          <p:cNvPr id="39" name="Picture Placeholder 2"/>
          <p:cNvSpPr>
            <a:spLocks noGrp="1" noChangeAspect="1"/>
          </p:cNvSpPr>
          <p:nvPr>
            <p:ph type="pic" idx="22"/>
          </p:nvPr>
        </p:nvSpPr>
        <p:spPr>
          <a:xfrm>
            <a:off x="6662237" y="2508791"/>
            <a:ext cx="2197766" cy="14587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13"/>
            </a:lvl1pPr>
            <a:lvl2pPr marL="460812" indent="0">
              <a:buNone/>
              <a:defRPr sz="1613"/>
            </a:lvl2pPr>
            <a:lvl3pPr marL="921624" indent="0">
              <a:buNone/>
              <a:defRPr sz="1613"/>
            </a:lvl3pPr>
            <a:lvl4pPr marL="1382436" indent="0">
              <a:buNone/>
              <a:defRPr sz="1613"/>
            </a:lvl4pPr>
            <a:lvl5pPr marL="1843248" indent="0">
              <a:buNone/>
              <a:defRPr sz="1613"/>
            </a:lvl5pPr>
            <a:lvl6pPr marL="2304059" indent="0">
              <a:buNone/>
              <a:defRPr sz="1613"/>
            </a:lvl6pPr>
            <a:lvl7pPr marL="2764871" indent="0">
              <a:buNone/>
              <a:defRPr sz="1613"/>
            </a:lvl7pPr>
            <a:lvl8pPr marL="3225683" indent="0">
              <a:buNone/>
              <a:defRPr sz="1613"/>
            </a:lvl8pPr>
            <a:lvl9pPr marL="3686495" indent="0">
              <a:buNone/>
              <a:defRPr sz="1613"/>
            </a:lvl9pPr>
          </a:lstStyle>
          <a:p>
            <a:r>
              <a:rPr lang="en-US"/>
              <a:t>Click icon to add picture</a:t>
            </a:r>
          </a:p>
        </p:txBody>
      </p:sp>
      <p:sp>
        <p:nvSpPr>
          <p:cNvPr id="27" name="Text Placeholder 3"/>
          <p:cNvSpPr>
            <a:spLocks noGrp="1"/>
          </p:cNvSpPr>
          <p:nvPr>
            <p:ph type="body" sz="half" idx="20"/>
          </p:nvPr>
        </p:nvSpPr>
        <p:spPr>
          <a:xfrm>
            <a:off x="6498644" y="4875632"/>
            <a:ext cx="2529070" cy="1196666"/>
          </a:xfrm>
        </p:spPr>
        <p:txBody>
          <a:bodyPr anchor="t">
            <a:normAutofit/>
          </a:bodyPr>
          <a:lstStyle>
            <a:lvl1pPr marL="0" indent="0">
              <a:buNone/>
              <a:defRPr sz="1209"/>
            </a:lvl1pPr>
            <a:lvl2pPr marL="460812" indent="0">
              <a:buNone/>
              <a:defRPr sz="1209"/>
            </a:lvl2pPr>
            <a:lvl3pPr marL="921624" indent="0">
              <a:buNone/>
              <a:defRPr sz="1008"/>
            </a:lvl3pPr>
            <a:lvl4pPr marL="1382436" indent="0">
              <a:buNone/>
              <a:defRPr sz="907"/>
            </a:lvl4pPr>
            <a:lvl5pPr marL="1843248" indent="0">
              <a:buNone/>
              <a:defRPr sz="907"/>
            </a:lvl5pPr>
            <a:lvl6pPr marL="2304059" indent="0">
              <a:buNone/>
              <a:defRPr sz="907"/>
            </a:lvl6pPr>
            <a:lvl7pPr marL="2764871" indent="0">
              <a:buNone/>
              <a:defRPr sz="907"/>
            </a:lvl7pPr>
            <a:lvl8pPr marL="3225683" indent="0">
              <a:buNone/>
              <a:defRPr sz="907"/>
            </a:lvl8pPr>
            <a:lvl9pPr marL="3686495" indent="0">
              <a:buNone/>
              <a:defRPr sz="907"/>
            </a:lvl9pPr>
          </a:lstStyle>
          <a:p>
            <a:pPr lvl="0"/>
            <a:r>
              <a:rPr lang="en-US"/>
              <a:t>Edit Master text styles</a:t>
            </a:r>
          </a:p>
        </p:txBody>
      </p:sp>
      <p:cxnSp>
        <p:nvCxnSpPr>
          <p:cNvPr id="40" name="Straight Connector 39"/>
          <p:cNvCxnSpPr/>
          <p:nvPr/>
        </p:nvCxnSpPr>
        <p:spPr>
          <a:xfrm>
            <a:off x="3588177" y="2508792"/>
            <a:ext cx="0" cy="357423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6379634" y="2508792"/>
            <a:ext cx="0" cy="357423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936373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11982" y="6438186"/>
            <a:ext cx="1080372" cy="230459"/>
          </a:xfrm>
        </p:spPr>
        <p:txBody>
          <a:bodyPr/>
          <a:lstStyle/>
          <a:p>
            <a:endParaRPr lang="en-US"/>
          </a:p>
        </p:txBody>
      </p:sp>
      <p:sp>
        <p:nvSpPr>
          <p:cNvPr id="5" name="Footer Placeholder 4"/>
          <p:cNvSpPr>
            <a:spLocks noGrp="1"/>
          </p:cNvSpPr>
          <p:nvPr>
            <p:ph type="ftr" sz="quarter" idx="11"/>
          </p:nvPr>
        </p:nvSpPr>
        <p:spPr>
          <a:xfrm>
            <a:off x="562908" y="6438185"/>
            <a:ext cx="4209589" cy="230460"/>
          </a:xfrm>
        </p:spPr>
        <p:txBody>
          <a:bodyPr/>
          <a:lstStyle/>
          <a:p>
            <a:endParaRPr lang="en-US"/>
          </a:p>
        </p:txBody>
      </p:sp>
      <p:sp>
        <p:nvSpPr>
          <p:cNvPr id="6" name="Slide Number Placeholder 5"/>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23973716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1732" y="0"/>
            <a:ext cx="9946958" cy="6914795"/>
            <a:chOff x="-1588" y="0"/>
            <a:chExt cx="9120420" cy="6860798"/>
          </a:xfrm>
        </p:grpSpPr>
        <p:sp>
          <p:nvSpPr>
            <p:cNvPr id="11" name="Rectangle 10"/>
            <p:cNvSpPr/>
            <p:nvPr/>
          </p:nvSpPr>
          <p:spPr>
            <a:xfrm>
              <a:off x="0" y="0"/>
              <a:ext cx="9118832"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grpSp>
      <p:sp>
        <p:nvSpPr>
          <p:cNvPr id="17" name="Rectangle 16"/>
          <p:cNvSpPr/>
          <p:nvPr/>
        </p:nvSpPr>
        <p:spPr>
          <a:xfrm>
            <a:off x="452465" y="405330"/>
            <a:ext cx="5028397" cy="610131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5400000">
            <a:off x="1665157" y="1641838"/>
            <a:ext cx="6043184" cy="3628301"/>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0"/>
            <a:ext cx="9972675" cy="6911975"/>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 name="Vertical Title 1"/>
          <p:cNvSpPr>
            <a:spLocks noGrp="1"/>
          </p:cNvSpPr>
          <p:nvPr>
            <p:ph type="title" orient="vert"/>
          </p:nvPr>
        </p:nvSpPr>
        <p:spPr>
          <a:xfrm>
            <a:off x="6734531" y="1459194"/>
            <a:ext cx="1214428" cy="4607984"/>
          </a:xfrm>
        </p:spPr>
        <p:txBody>
          <a:bodyPr vert="eaVert" anchor="ctr" anchorCtr="0"/>
          <a:lstStyle/>
          <a:p>
            <a:r>
              <a:rPr lang="en-US"/>
              <a:t>Click to edit Master title style</a:t>
            </a:r>
          </a:p>
        </p:txBody>
      </p:sp>
      <p:sp>
        <p:nvSpPr>
          <p:cNvPr id="3" name="Vertical Text Placeholder 2"/>
          <p:cNvSpPr>
            <a:spLocks noGrp="1"/>
          </p:cNvSpPr>
          <p:nvPr>
            <p:ph type="body" orient="vert" idx="1"/>
          </p:nvPr>
        </p:nvSpPr>
        <p:spPr>
          <a:xfrm>
            <a:off x="945286" y="1459194"/>
            <a:ext cx="4817221" cy="460798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a:xfrm>
            <a:off x="587352" y="6415597"/>
            <a:ext cx="4209589" cy="230460"/>
          </a:xfrm>
        </p:spPr>
        <p:txBody>
          <a:bodyPr/>
          <a:lstStyle/>
          <a:p>
            <a:endParaRPr lang="en-US"/>
          </a:p>
        </p:txBody>
      </p:sp>
      <p:sp>
        <p:nvSpPr>
          <p:cNvPr id="6" name="Slide Number Placeholder 5"/>
          <p:cNvSpPr>
            <a:spLocks noGrp="1"/>
          </p:cNvSpPr>
          <p:nvPr>
            <p:ph type="sldNum" sz="quarter" idx="12"/>
          </p:nvPr>
        </p:nvSpPr>
        <p:spPr>
          <a:xfrm>
            <a:off x="8374491" y="298058"/>
            <a:ext cx="863020" cy="773729"/>
          </a:xfrm>
          <a:prstGeom prst="rect">
            <a:avLst/>
          </a:prstGeom>
        </p:spPr>
        <p:txBody>
          <a:bodyPr/>
          <a:lstStyle>
            <a:lvl1pPr algn="ctr">
              <a:defRPr sz="2822"/>
            </a:lvl1pPr>
          </a:lstStyle>
          <a:p>
            <a:fld id="{75CD00C6-7F17-465B-BF97-FE543791AD75}" type="slidenum">
              <a:rPr lang="en-US" smtClean="0"/>
              <a:t>‹#›</a:t>
            </a:fld>
            <a:endParaRPr lang="en-US"/>
          </a:p>
        </p:txBody>
      </p:sp>
    </p:spTree>
    <p:extLst>
      <p:ext uri="{BB962C8B-B14F-4D97-AF65-F5344CB8AC3E}">
        <p14:creationId xmlns:p14="http://schemas.microsoft.com/office/powerpoint/2010/main" val="16421973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9" name="Rectangle 8"/>
          <p:cNvSpPr/>
          <p:nvPr/>
        </p:nvSpPr>
        <p:spPr>
          <a:xfrm>
            <a:off x="152483" y="184270"/>
            <a:ext cx="9655386" cy="6549557"/>
          </a:xfrm>
          <a:prstGeom prst="rect">
            <a:avLst/>
          </a:prstGeom>
          <a:gradFill>
            <a:gsLst>
              <a:gs pos="0">
                <a:schemeClr val="tx2"/>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65800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 name="Group 5"/>
          <p:cNvGrpSpPr/>
          <p:nvPr/>
        </p:nvGrpSpPr>
        <p:grpSpPr>
          <a:xfrm>
            <a:off x="-1732" y="0"/>
            <a:ext cx="9974407" cy="6914795"/>
            <a:chOff x="-1588" y="0"/>
            <a:chExt cx="9145588" cy="6860798"/>
          </a:xfrm>
        </p:grpSpPr>
        <p:sp>
          <p:nvSpPr>
            <p:cNvPr id="14" name="Rectangle 13"/>
            <p:cNvSpPr/>
            <p:nvPr/>
          </p:nvSpPr>
          <p:spPr>
            <a:xfrm>
              <a:off x="0" y="0"/>
              <a:ext cx="9118832"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8"/>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5" name="Freeform 24"/>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944961" y="934396"/>
            <a:ext cx="6920299" cy="715452"/>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942717" y="2508791"/>
            <a:ext cx="6920299" cy="355838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60877" y="6415597"/>
            <a:ext cx="1080372" cy="230459"/>
          </a:xfrm>
          <a:prstGeom prst="rect">
            <a:avLst/>
          </a:prstGeom>
        </p:spPr>
        <p:txBody>
          <a:bodyPr vert="horz" lIns="91440" tIns="45720" rIns="91440" bIns="45720" rtlCol="0" anchor="b"/>
          <a:lstStyle>
            <a:lvl1pPr algn="r">
              <a:defRPr sz="907" b="1" i="0">
                <a:solidFill>
                  <a:schemeClr val="accent1"/>
                </a:solidFill>
              </a:defRPr>
            </a:lvl1pPr>
          </a:lstStyle>
          <a:p>
            <a:endParaRPr lang="en-US"/>
          </a:p>
        </p:txBody>
      </p:sp>
      <p:sp>
        <p:nvSpPr>
          <p:cNvPr id="5" name="Footer Placeholder 4"/>
          <p:cNvSpPr>
            <a:spLocks noGrp="1"/>
          </p:cNvSpPr>
          <p:nvPr>
            <p:ph type="ftr" sz="quarter" idx="3"/>
          </p:nvPr>
        </p:nvSpPr>
        <p:spPr>
          <a:xfrm>
            <a:off x="644389" y="6415596"/>
            <a:ext cx="4209589" cy="230460"/>
          </a:xfrm>
          <a:prstGeom prst="rect">
            <a:avLst/>
          </a:prstGeom>
        </p:spPr>
        <p:txBody>
          <a:bodyPr vert="horz" lIns="91440" tIns="45720" rIns="91440" bIns="45720" rtlCol="0" anchor="b"/>
          <a:lstStyle>
            <a:lvl1pPr algn="l">
              <a:defRPr sz="907" b="1" i="0">
                <a:solidFill>
                  <a:schemeClr val="accent1"/>
                </a:solidFill>
              </a:defRPr>
            </a:lvl1pPr>
          </a:lstStyle>
          <a:p>
            <a:endParaRPr lang="en-US"/>
          </a:p>
        </p:txBody>
      </p:sp>
      <p:sp>
        <p:nvSpPr>
          <p:cNvPr id="18" name="Slide Number Placeholder 5"/>
          <p:cNvSpPr>
            <a:spLocks noGrp="1"/>
          </p:cNvSpPr>
          <p:nvPr>
            <p:ph type="sldNum" sz="quarter" idx="4"/>
          </p:nvPr>
        </p:nvSpPr>
        <p:spPr bwMode="gray">
          <a:xfrm>
            <a:off x="8374491" y="298058"/>
            <a:ext cx="863020" cy="773729"/>
          </a:xfrm>
          <a:prstGeom prst="rect">
            <a:avLst/>
          </a:prstGeom>
        </p:spPr>
        <p:txBody>
          <a:bodyPr anchor="b"/>
          <a:lstStyle>
            <a:lvl1pPr algn="ctr">
              <a:defRPr sz="2822">
                <a:solidFill>
                  <a:schemeClr val="bg1"/>
                </a:solidFill>
              </a:defRPr>
            </a:lvl1pPr>
          </a:lstStyle>
          <a:p>
            <a:fld id="{75CD00C6-7F17-465B-BF97-FE543791AD75}" type="slidenum">
              <a:rPr lang="en-US" smtClean="0"/>
              <a:t>‹#›</a:t>
            </a:fld>
            <a:endParaRPr lang="en-US"/>
          </a:p>
        </p:txBody>
      </p:sp>
    </p:spTree>
    <p:extLst>
      <p:ext uri="{BB962C8B-B14F-4D97-AF65-F5344CB8AC3E}">
        <p14:creationId xmlns:p14="http://schemas.microsoft.com/office/powerpoint/2010/main" val="153256848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Lst>
  <p:hf hdr="0" ftr="0" dt="0"/>
  <p:txStyles>
    <p:titleStyle>
      <a:lvl1pPr algn="l" defTabSz="460812" rtl="0" eaLnBrk="1" latinLnBrk="0" hangingPunct="1">
        <a:spcBef>
          <a:spcPct val="0"/>
        </a:spcBef>
        <a:buNone/>
        <a:defRPr sz="3225"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5609" indent="-345609" algn="l" defTabSz="460812" rtl="0" eaLnBrk="1" latinLnBrk="0" hangingPunct="1">
        <a:spcBef>
          <a:spcPts val="1008"/>
        </a:spcBef>
        <a:spcAft>
          <a:spcPts val="0"/>
        </a:spcAft>
        <a:buClr>
          <a:schemeClr val="accent1"/>
        </a:buClr>
        <a:buSzPct val="80000"/>
        <a:buFont typeface="Wingdings 3" charset="2"/>
        <a:buChar char=""/>
        <a:defRPr sz="1814" b="0" i="0" kern="1200">
          <a:solidFill>
            <a:schemeClr val="tx1">
              <a:lumMod val="75000"/>
              <a:lumOff val="25000"/>
            </a:schemeClr>
          </a:solidFill>
          <a:latin typeface="+mn-lt"/>
          <a:ea typeface="+mn-ea"/>
          <a:cs typeface="+mn-cs"/>
        </a:defRPr>
      </a:lvl1pPr>
      <a:lvl2pPr marL="691218" indent="-285703" algn="l" defTabSz="460812" rtl="0" eaLnBrk="1" latinLnBrk="0" hangingPunct="1">
        <a:spcBef>
          <a:spcPts val="1008"/>
        </a:spcBef>
        <a:spcAft>
          <a:spcPts val="0"/>
        </a:spcAft>
        <a:buClr>
          <a:schemeClr val="accent1"/>
        </a:buClr>
        <a:buSzPct val="80000"/>
        <a:buFont typeface="Wingdings 3" charset="2"/>
        <a:buChar char=""/>
        <a:defRPr sz="1613" b="0" i="0" kern="1200">
          <a:solidFill>
            <a:schemeClr val="tx1">
              <a:lumMod val="75000"/>
              <a:lumOff val="25000"/>
            </a:schemeClr>
          </a:solidFill>
          <a:latin typeface="+mn-lt"/>
          <a:ea typeface="+mn-ea"/>
          <a:cs typeface="+mn-cs"/>
        </a:defRPr>
      </a:lvl2pPr>
      <a:lvl3pPr marL="967705" indent="-230406" algn="l" defTabSz="460812" rtl="0" eaLnBrk="1" latinLnBrk="0" hangingPunct="1">
        <a:spcBef>
          <a:spcPts val="1008"/>
        </a:spcBef>
        <a:spcAft>
          <a:spcPts val="0"/>
        </a:spcAft>
        <a:buClr>
          <a:schemeClr val="accent1"/>
        </a:buClr>
        <a:buSzPct val="80000"/>
        <a:buFont typeface="Wingdings 3" charset="2"/>
        <a:buChar char=""/>
        <a:defRPr sz="1411" b="0" i="0" kern="1200">
          <a:solidFill>
            <a:schemeClr val="tx1">
              <a:lumMod val="75000"/>
              <a:lumOff val="25000"/>
            </a:schemeClr>
          </a:solidFill>
          <a:latin typeface="+mn-lt"/>
          <a:ea typeface="+mn-ea"/>
          <a:cs typeface="+mn-cs"/>
        </a:defRPr>
      </a:lvl3pPr>
      <a:lvl4pPr marL="1244192" indent="-230406" algn="l" defTabSz="460812" rtl="0" eaLnBrk="1" latinLnBrk="0" hangingPunct="1">
        <a:spcBef>
          <a:spcPts val="1008"/>
        </a:spcBef>
        <a:spcAft>
          <a:spcPts val="0"/>
        </a:spcAft>
        <a:buClr>
          <a:schemeClr val="accent1"/>
        </a:buClr>
        <a:buSzPct val="80000"/>
        <a:buFont typeface="Wingdings 3" charset="2"/>
        <a:buChar char=""/>
        <a:defRPr sz="1209" b="0" i="0" kern="1200">
          <a:solidFill>
            <a:schemeClr val="tx1">
              <a:lumMod val="75000"/>
              <a:lumOff val="25000"/>
            </a:schemeClr>
          </a:solidFill>
          <a:latin typeface="+mn-lt"/>
          <a:ea typeface="+mn-ea"/>
          <a:cs typeface="+mn-cs"/>
        </a:defRPr>
      </a:lvl4pPr>
      <a:lvl5pPr marL="1520679" indent="-230406" algn="l" defTabSz="460812" rtl="0" eaLnBrk="1" latinLnBrk="0" hangingPunct="1">
        <a:spcBef>
          <a:spcPts val="1008"/>
        </a:spcBef>
        <a:spcAft>
          <a:spcPts val="0"/>
        </a:spcAft>
        <a:buClr>
          <a:schemeClr val="accent1"/>
        </a:buClr>
        <a:buSzPct val="80000"/>
        <a:buFont typeface="Wingdings 3" charset="2"/>
        <a:buChar char=""/>
        <a:defRPr sz="1209" b="0" i="0" kern="1200">
          <a:solidFill>
            <a:schemeClr val="tx1">
              <a:lumMod val="75000"/>
              <a:lumOff val="25000"/>
            </a:schemeClr>
          </a:solidFill>
          <a:latin typeface="+mn-lt"/>
          <a:ea typeface="+mn-ea"/>
          <a:cs typeface="+mn-cs"/>
        </a:defRPr>
      </a:lvl5pPr>
      <a:lvl6pPr marL="1828935" indent="-230406" algn="l" defTabSz="460812" rtl="0" eaLnBrk="1" latinLnBrk="0" hangingPunct="1">
        <a:spcBef>
          <a:spcPts val="1008"/>
        </a:spcBef>
        <a:spcAft>
          <a:spcPts val="0"/>
        </a:spcAft>
        <a:buClr>
          <a:schemeClr val="accent1"/>
        </a:buClr>
        <a:buSzPct val="80000"/>
        <a:buFont typeface="Wingdings 3" charset="2"/>
        <a:buChar char=""/>
        <a:defRPr sz="1209" b="0" i="0" kern="1200">
          <a:solidFill>
            <a:schemeClr val="tx1">
              <a:lumMod val="75000"/>
              <a:lumOff val="25000"/>
            </a:schemeClr>
          </a:solidFill>
          <a:latin typeface="+mn-lt"/>
          <a:ea typeface="+mn-ea"/>
          <a:cs typeface="+mn-cs"/>
        </a:defRPr>
      </a:lvl6pPr>
      <a:lvl7pPr marL="2088167" indent="-230406" algn="l" defTabSz="460812" rtl="0" eaLnBrk="1" latinLnBrk="0" hangingPunct="1">
        <a:spcBef>
          <a:spcPts val="1008"/>
        </a:spcBef>
        <a:spcAft>
          <a:spcPts val="0"/>
        </a:spcAft>
        <a:buClr>
          <a:schemeClr val="accent1"/>
        </a:buClr>
        <a:buSzPct val="80000"/>
        <a:buFont typeface="Wingdings 3" charset="2"/>
        <a:buChar char=""/>
        <a:defRPr sz="1209" b="0" i="0" kern="1200">
          <a:solidFill>
            <a:schemeClr val="tx1">
              <a:lumMod val="75000"/>
              <a:lumOff val="25000"/>
            </a:schemeClr>
          </a:solidFill>
          <a:latin typeface="+mn-lt"/>
          <a:ea typeface="+mn-ea"/>
          <a:cs typeface="+mn-cs"/>
        </a:defRPr>
      </a:lvl7pPr>
      <a:lvl8pPr marL="2276846" indent="-230406" algn="l" defTabSz="460812" rtl="0" eaLnBrk="1" latinLnBrk="0" hangingPunct="1">
        <a:spcBef>
          <a:spcPts val="1008"/>
        </a:spcBef>
        <a:spcAft>
          <a:spcPts val="0"/>
        </a:spcAft>
        <a:buClr>
          <a:schemeClr val="accent1"/>
        </a:buClr>
        <a:buSzPct val="80000"/>
        <a:buFont typeface="Wingdings 3" charset="2"/>
        <a:buChar char=""/>
        <a:defRPr sz="1209" b="0" i="0" kern="1200">
          <a:solidFill>
            <a:schemeClr val="tx1">
              <a:lumMod val="75000"/>
              <a:lumOff val="25000"/>
            </a:schemeClr>
          </a:solidFill>
          <a:latin typeface="+mn-lt"/>
          <a:ea typeface="+mn-ea"/>
          <a:cs typeface="+mn-cs"/>
        </a:defRPr>
      </a:lvl8pPr>
      <a:lvl9pPr marL="2505841" indent="-230406" algn="l" defTabSz="460812" rtl="0" eaLnBrk="1" latinLnBrk="0" hangingPunct="1">
        <a:spcBef>
          <a:spcPts val="1008"/>
        </a:spcBef>
        <a:spcAft>
          <a:spcPts val="0"/>
        </a:spcAft>
        <a:buClr>
          <a:schemeClr val="accent1"/>
        </a:buClr>
        <a:buSzPct val="80000"/>
        <a:buFont typeface="Wingdings 3" charset="2"/>
        <a:buChar char=""/>
        <a:defRPr sz="1209" b="0" i="0" kern="1200">
          <a:solidFill>
            <a:schemeClr val="tx1">
              <a:lumMod val="75000"/>
              <a:lumOff val="25000"/>
            </a:schemeClr>
          </a:solidFill>
          <a:latin typeface="+mn-lt"/>
          <a:ea typeface="+mn-ea"/>
          <a:cs typeface="+mn-cs"/>
        </a:defRPr>
      </a:lvl9pPr>
    </p:bodyStyle>
    <p:otherStyle>
      <a:defPPr>
        <a:defRPr lang="en-US"/>
      </a:defPPr>
      <a:lvl1pPr marL="0" algn="l" defTabSz="460812" rtl="0" eaLnBrk="1" latinLnBrk="0" hangingPunct="1">
        <a:defRPr sz="1814" kern="1200">
          <a:solidFill>
            <a:schemeClr val="tx1"/>
          </a:solidFill>
          <a:latin typeface="+mn-lt"/>
          <a:ea typeface="+mn-ea"/>
          <a:cs typeface="+mn-cs"/>
        </a:defRPr>
      </a:lvl1pPr>
      <a:lvl2pPr marL="460812" algn="l" defTabSz="460812" rtl="0" eaLnBrk="1" latinLnBrk="0" hangingPunct="1">
        <a:defRPr sz="1814" kern="1200">
          <a:solidFill>
            <a:schemeClr val="tx1"/>
          </a:solidFill>
          <a:latin typeface="+mn-lt"/>
          <a:ea typeface="+mn-ea"/>
          <a:cs typeface="+mn-cs"/>
        </a:defRPr>
      </a:lvl2pPr>
      <a:lvl3pPr marL="921624" algn="l" defTabSz="460812" rtl="0" eaLnBrk="1" latinLnBrk="0" hangingPunct="1">
        <a:defRPr sz="1814" kern="1200">
          <a:solidFill>
            <a:schemeClr val="tx1"/>
          </a:solidFill>
          <a:latin typeface="+mn-lt"/>
          <a:ea typeface="+mn-ea"/>
          <a:cs typeface="+mn-cs"/>
        </a:defRPr>
      </a:lvl3pPr>
      <a:lvl4pPr marL="1382436" algn="l" defTabSz="460812" rtl="0" eaLnBrk="1" latinLnBrk="0" hangingPunct="1">
        <a:defRPr sz="1814" kern="1200">
          <a:solidFill>
            <a:schemeClr val="tx1"/>
          </a:solidFill>
          <a:latin typeface="+mn-lt"/>
          <a:ea typeface="+mn-ea"/>
          <a:cs typeface="+mn-cs"/>
        </a:defRPr>
      </a:lvl4pPr>
      <a:lvl5pPr marL="1843248" algn="l" defTabSz="460812" rtl="0" eaLnBrk="1" latinLnBrk="0" hangingPunct="1">
        <a:defRPr sz="1814" kern="1200">
          <a:solidFill>
            <a:schemeClr val="tx1"/>
          </a:solidFill>
          <a:latin typeface="+mn-lt"/>
          <a:ea typeface="+mn-ea"/>
          <a:cs typeface="+mn-cs"/>
        </a:defRPr>
      </a:lvl5pPr>
      <a:lvl6pPr marL="2304059" algn="l" defTabSz="460812" rtl="0" eaLnBrk="1" latinLnBrk="0" hangingPunct="1">
        <a:defRPr sz="1814" kern="1200">
          <a:solidFill>
            <a:schemeClr val="tx1"/>
          </a:solidFill>
          <a:latin typeface="+mn-lt"/>
          <a:ea typeface="+mn-ea"/>
          <a:cs typeface="+mn-cs"/>
        </a:defRPr>
      </a:lvl6pPr>
      <a:lvl7pPr marL="2764871" algn="l" defTabSz="460812" rtl="0" eaLnBrk="1" latinLnBrk="0" hangingPunct="1">
        <a:defRPr sz="1814" kern="1200">
          <a:solidFill>
            <a:schemeClr val="tx1"/>
          </a:solidFill>
          <a:latin typeface="+mn-lt"/>
          <a:ea typeface="+mn-ea"/>
          <a:cs typeface="+mn-cs"/>
        </a:defRPr>
      </a:lvl7pPr>
      <a:lvl8pPr marL="3225683" algn="l" defTabSz="460812" rtl="0" eaLnBrk="1" latinLnBrk="0" hangingPunct="1">
        <a:defRPr sz="1814" kern="1200">
          <a:solidFill>
            <a:schemeClr val="tx1"/>
          </a:solidFill>
          <a:latin typeface="+mn-lt"/>
          <a:ea typeface="+mn-ea"/>
          <a:cs typeface="+mn-cs"/>
        </a:defRPr>
      </a:lvl8pPr>
      <a:lvl9pPr marL="3686495" algn="l" defTabSz="460812" rtl="0" eaLnBrk="1" latinLnBrk="0" hangingPunct="1">
        <a:defRPr sz="18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slide" Target="slide2.xml"/><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18.svg"/><Relationship Id="rId2" Type="http://schemas.openxmlformats.org/officeDocument/2006/relationships/image" Target="../media/image14.png"/><Relationship Id="rId1" Type="http://schemas.openxmlformats.org/officeDocument/2006/relationships/slideLayout" Target="../slideLayouts/slideLayout1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slide" Target="slide2.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13.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16.png"/><Relationship Id="rId3" Type="http://schemas.openxmlformats.org/officeDocument/2006/relationships/image" Target="../media/image21.svg"/><Relationship Id="rId7" Type="http://schemas.openxmlformats.org/officeDocument/2006/relationships/image" Target="../media/image14.png"/><Relationship Id="rId12"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Layout" Target="../slideLayouts/slideLayout18.xml"/><Relationship Id="rId6" Type="http://schemas.openxmlformats.org/officeDocument/2006/relationships/image" Target="../media/image23.svg"/><Relationship Id="rId11" Type="http://schemas.openxmlformats.org/officeDocument/2006/relationships/image" Target="../media/image25.svg"/><Relationship Id="rId5" Type="http://schemas.openxmlformats.org/officeDocument/2006/relationships/image" Target="../media/image22.png"/><Relationship Id="rId10" Type="http://schemas.openxmlformats.org/officeDocument/2006/relationships/image" Target="../media/image24.png"/><Relationship Id="rId4" Type="http://schemas.openxmlformats.org/officeDocument/2006/relationships/slide" Target="slide6.xml"/><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png"/><Relationship Id="rId7" Type="http://schemas.openxmlformats.org/officeDocument/2006/relationships/image" Target="../media/image31.svg"/><Relationship Id="rId2" Type="http://schemas.openxmlformats.org/officeDocument/2006/relationships/image" Target="../media/image27.png"/><Relationship Id="rId1" Type="http://schemas.openxmlformats.org/officeDocument/2006/relationships/slideLayout" Target="../slideLayouts/slideLayout18.xml"/><Relationship Id="rId6" Type="http://schemas.openxmlformats.org/officeDocument/2006/relationships/image" Target="../media/image30.png"/><Relationship Id="rId5" Type="http://schemas.openxmlformats.org/officeDocument/2006/relationships/image" Target="../media/image4.png"/><Relationship Id="rId4" Type="http://schemas.openxmlformats.org/officeDocument/2006/relationships/image" Target="../media/image29.png"/><Relationship Id="rId9" Type="http://schemas.openxmlformats.org/officeDocument/2006/relationships/image" Target="../media/image33.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4.png"/><Relationship Id="rId1" Type="http://schemas.openxmlformats.org/officeDocument/2006/relationships/slideLayout" Target="../slideLayouts/slideLayout18.xml"/><Relationship Id="rId6" Type="http://schemas.openxmlformats.org/officeDocument/2006/relationships/image" Target="../media/image4.png"/><Relationship Id="rId5" Type="http://schemas.openxmlformats.org/officeDocument/2006/relationships/image" Target="../media/image36.sv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79C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rcRect r="1679"/>
          <a:stretch/>
        </p:blipFill>
        <p:spPr>
          <a:xfrm>
            <a:off x="152481" y="181160"/>
            <a:ext cx="9655388" cy="6544277"/>
          </a:xfrm>
          <a:prstGeom prst="rect">
            <a:avLst/>
          </a:prstGeom>
        </p:spPr>
      </p:pic>
      <p:sp>
        <p:nvSpPr>
          <p:cNvPr id="12" name="Rectangle 11"/>
          <p:cNvSpPr/>
          <p:nvPr/>
        </p:nvSpPr>
        <p:spPr>
          <a:xfrm>
            <a:off x="164807" y="186537"/>
            <a:ext cx="9655387" cy="6538900"/>
          </a:xfrm>
          <a:prstGeom prst="rect">
            <a:avLst/>
          </a:prstGeom>
          <a:solidFill>
            <a:srgbClr val="0060C1">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TextBox 5"/>
          <p:cNvSpPr txBox="1"/>
          <p:nvPr/>
        </p:nvSpPr>
        <p:spPr>
          <a:xfrm>
            <a:off x="339721" y="508414"/>
            <a:ext cx="5052550" cy="1266244"/>
          </a:xfrm>
          <a:prstGeom prst="rect">
            <a:avLst/>
          </a:prstGeom>
          <a:noFill/>
        </p:spPr>
        <p:txBody>
          <a:bodyPr wrap="square" rtlCol="0">
            <a:spAutoFit/>
          </a:bodyPr>
          <a:lstStyle/>
          <a:p>
            <a:r>
              <a:rPr lang="en-GB" sz="2810" b="1">
                <a:solidFill>
                  <a:schemeClr val="bg1"/>
                </a:solidFill>
                <a:latin typeface="Arial" panose="020B0604020202020204" pitchFamily="34" charset="0"/>
                <a:cs typeface="Arial" panose="020B0604020202020204" pitchFamily="34" charset="0"/>
              </a:rPr>
              <a:t>National Grid </a:t>
            </a:r>
            <a:r>
              <a:rPr lang="en-GB" sz="2810">
                <a:solidFill>
                  <a:schemeClr val="bg1"/>
                </a:solidFill>
                <a:latin typeface="Arial" panose="020B0604020202020204" pitchFamily="34" charset="0"/>
                <a:cs typeface="Arial" panose="020B0604020202020204" pitchFamily="34" charset="0"/>
              </a:rPr>
              <a:t>Metering UK</a:t>
            </a:r>
          </a:p>
          <a:p>
            <a:r>
              <a:rPr lang="en-GB" sz="2409">
                <a:solidFill>
                  <a:schemeClr val="bg1"/>
                </a:solidFill>
                <a:latin typeface="Arial" panose="020B0604020202020204" pitchFamily="34" charset="0"/>
                <a:cs typeface="Arial" panose="020B0604020202020204" pitchFamily="34" charset="0"/>
              </a:rPr>
              <a:t>Our organisation</a:t>
            </a:r>
            <a:endParaRPr lang="en-US" sz="2409">
              <a:solidFill>
                <a:schemeClr val="bg1"/>
              </a:solidFill>
              <a:latin typeface="Arial" panose="020B0604020202020204" pitchFamily="34" charset="0"/>
              <a:cs typeface="Arial" panose="020B0604020202020204" pitchFamily="34" charset="0"/>
            </a:endParaRPr>
          </a:p>
          <a:p>
            <a:endParaRPr lang="en-US" sz="2409">
              <a:solidFill>
                <a:schemeClr val="bg1"/>
              </a:solidFill>
              <a:latin typeface="Arial" panose="020B0604020202020204" pitchFamily="34" charset="0"/>
              <a:cs typeface="Arial" panose="020B0604020202020204" pitchFamily="34" charset="0"/>
            </a:endParaRPr>
          </a:p>
        </p:txBody>
      </p:sp>
      <p:sp>
        <p:nvSpPr>
          <p:cNvPr id="7" name="Text Placeholder 5"/>
          <p:cNvSpPr txBox="1">
            <a:spLocks/>
          </p:cNvSpPr>
          <p:nvPr/>
        </p:nvSpPr>
        <p:spPr>
          <a:xfrm>
            <a:off x="-265689" y="6182899"/>
            <a:ext cx="1608779" cy="259478"/>
          </a:xfrm>
          <a:prstGeom prst="rect">
            <a:avLst/>
          </a:prstGeom>
        </p:spPr>
        <p:txBody>
          <a:bodyPr/>
          <a:lstStyle>
            <a:lvl1pPr marL="229172" indent="-229172" algn="l" defTabSz="916686" rtl="0" eaLnBrk="1" latinLnBrk="0" hangingPunct="1">
              <a:lnSpc>
                <a:spcPct val="90000"/>
              </a:lnSpc>
              <a:spcBef>
                <a:spcPts val="1003"/>
              </a:spcBef>
              <a:buFont typeface="Arial" panose="020B0604020202020204" pitchFamily="34" charset="0"/>
              <a:buChar char="•"/>
              <a:defRPr sz="2807" kern="1200">
                <a:solidFill>
                  <a:schemeClr val="tx1"/>
                </a:solidFill>
                <a:latin typeface="+mn-lt"/>
                <a:ea typeface="+mn-ea"/>
                <a:cs typeface="+mn-cs"/>
              </a:defRPr>
            </a:lvl1pPr>
            <a:lvl2pPr marL="687515" indent="-229172" algn="l" defTabSz="916686" rtl="0" eaLnBrk="1" latinLnBrk="0" hangingPunct="1">
              <a:lnSpc>
                <a:spcPct val="90000"/>
              </a:lnSpc>
              <a:spcBef>
                <a:spcPts val="501"/>
              </a:spcBef>
              <a:buFont typeface="Arial" panose="020B0604020202020204" pitchFamily="34" charset="0"/>
              <a:buChar char="•"/>
              <a:defRPr sz="2406" kern="1200">
                <a:solidFill>
                  <a:schemeClr val="tx1"/>
                </a:solidFill>
                <a:latin typeface="+mn-lt"/>
                <a:ea typeface="+mn-ea"/>
                <a:cs typeface="+mn-cs"/>
              </a:defRPr>
            </a:lvl2pPr>
            <a:lvl3pPr marL="1145858" indent="-229172" algn="l" defTabSz="916686" rtl="0" eaLnBrk="1" latinLnBrk="0" hangingPunct="1">
              <a:lnSpc>
                <a:spcPct val="90000"/>
              </a:lnSpc>
              <a:spcBef>
                <a:spcPts val="501"/>
              </a:spcBef>
              <a:buFont typeface="Arial" panose="020B0604020202020204" pitchFamily="34" charset="0"/>
              <a:buChar char="•"/>
              <a:defRPr sz="2005" kern="1200">
                <a:solidFill>
                  <a:schemeClr val="tx1"/>
                </a:solidFill>
                <a:latin typeface="+mn-lt"/>
                <a:ea typeface="+mn-ea"/>
                <a:cs typeface="+mn-cs"/>
              </a:defRPr>
            </a:lvl3pPr>
            <a:lvl4pPr marL="1604201"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4pPr>
            <a:lvl5pPr marL="2062544"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5pPr>
            <a:lvl6pPr marL="2520887"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6pPr>
            <a:lvl7pPr marL="2979230"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7pPr>
            <a:lvl8pPr marL="3437573"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8pPr>
            <a:lvl9pPr marL="3895916"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9pPr>
          </a:lstStyle>
          <a:p>
            <a:pPr marL="0" indent="0" algn="r">
              <a:buNone/>
            </a:pPr>
            <a:r>
              <a:rPr lang="en-GB" sz="1204" dirty="0">
                <a:solidFill>
                  <a:schemeClr val="bg1"/>
                </a:solidFill>
                <a:latin typeface="Arial" panose="020B0604020202020204" pitchFamily="34" charset="0"/>
                <a:cs typeface="Arial" panose="020B0604020202020204" pitchFamily="34" charset="0"/>
              </a:rPr>
              <a:t>01/10/2021</a:t>
            </a:r>
          </a:p>
        </p:txBody>
      </p:sp>
      <p:sp>
        <p:nvSpPr>
          <p:cNvPr id="8" name="Text Placeholder 6"/>
          <p:cNvSpPr txBox="1">
            <a:spLocks/>
          </p:cNvSpPr>
          <p:nvPr/>
        </p:nvSpPr>
        <p:spPr>
          <a:xfrm>
            <a:off x="-11675" y="6371668"/>
            <a:ext cx="1678867" cy="245577"/>
          </a:xfrm>
          <a:prstGeom prst="rect">
            <a:avLst/>
          </a:prstGeom>
        </p:spPr>
        <p:txBody>
          <a:bodyPr/>
          <a:lstStyle>
            <a:lvl1pPr marL="229172" indent="-229172" algn="l" defTabSz="916686" rtl="0" eaLnBrk="1" latinLnBrk="0" hangingPunct="1">
              <a:lnSpc>
                <a:spcPct val="90000"/>
              </a:lnSpc>
              <a:spcBef>
                <a:spcPts val="1003"/>
              </a:spcBef>
              <a:buFont typeface="Arial" panose="020B0604020202020204" pitchFamily="34" charset="0"/>
              <a:buChar char="•"/>
              <a:defRPr sz="2807" kern="1200">
                <a:solidFill>
                  <a:schemeClr val="tx1"/>
                </a:solidFill>
                <a:latin typeface="+mn-lt"/>
                <a:ea typeface="+mn-ea"/>
                <a:cs typeface="+mn-cs"/>
              </a:defRPr>
            </a:lvl1pPr>
            <a:lvl2pPr marL="687515" indent="-229172" algn="l" defTabSz="916686" rtl="0" eaLnBrk="1" latinLnBrk="0" hangingPunct="1">
              <a:lnSpc>
                <a:spcPct val="90000"/>
              </a:lnSpc>
              <a:spcBef>
                <a:spcPts val="501"/>
              </a:spcBef>
              <a:buFont typeface="Arial" panose="020B0604020202020204" pitchFamily="34" charset="0"/>
              <a:buChar char="•"/>
              <a:defRPr sz="2406" kern="1200">
                <a:solidFill>
                  <a:schemeClr val="tx1"/>
                </a:solidFill>
                <a:latin typeface="+mn-lt"/>
                <a:ea typeface="+mn-ea"/>
                <a:cs typeface="+mn-cs"/>
              </a:defRPr>
            </a:lvl2pPr>
            <a:lvl3pPr marL="1145858" indent="-229172" algn="l" defTabSz="916686" rtl="0" eaLnBrk="1" latinLnBrk="0" hangingPunct="1">
              <a:lnSpc>
                <a:spcPct val="90000"/>
              </a:lnSpc>
              <a:spcBef>
                <a:spcPts val="501"/>
              </a:spcBef>
              <a:buFont typeface="Arial" panose="020B0604020202020204" pitchFamily="34" charset="0"/>
              <a:buChar char="•"/>
              <a:defRPr sz="2005" kern="1200">
                <a:solidFill>
                  <a:schemeClr val="tx1"/>
                </a:solidFill>
                <a:latin typeface="+mn-lt"/>
                <a:ea typeface="+mn-ea"/>
                <a:cs typeface="+mn-cs"/>
              </a:defRPr>
            </a:lvl3pPr>
            <a:lvl4pPr marL="1604201"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4pPr>
            <a:lvl5pPr marL="2062544"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5pPr>
            <a:lvl6pPr marL="2520887"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6pPr>
            <a:lvl7pPr marL="2979230"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7pPr>
            <a:lvl8pPr marL="3437573"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8pPr>
            <a:lvl9pPr marL="3895916" indent="-229172" algn="l" defTabSz="916686" rtl="0" eaLnBrk="1" latinLnBrk="0" hangingPunct="1">
              <a:lnSpc>
                <a:spcPct val="90000"/>
              </a:lnSpc>
              <a:spcBef>
                <a:spcPts val="501"/>
              </a:spcBef>
              <a:buFont typeface="Arial" panose="020B0604020202020204" pitchFamily="34" charset="0"/>
              <a:buChar char="•"/>
              <a:defRPr sz="1805" kern="1200">
                <a:solidFill>
                  <a:schemeClr val="tx1"/>
                </a:solidFill>
                <a:latin typeface="+mn-lt"/>
                <a:ea typeface="+mn-ea"/>
                <a:cs typeface="+mn-cs"/>
              </a:defRPr>
            </a:lvl9pPr>
          </a:lstStyle>
          <a:p>
            <a:pPr marL="0" indent="0" algn="r">
              <a:buNone/>
            </a:pPr>
            <a:r>
              <a:rPr lang="en-GB" sz="1054" dirty="0">
                <a:solidFill>
                  <a:schemeClr val="bg1"/>
                </a:solidFill>
                <a:latin typeface="Arial" panose="020B0604020202020204" pitchFamily="34" charset="0"/>
                <a:cs typeface="Arial" panose="020B0604020202020204" pitchFamily="34" charset="0"/>
              </a:rPr>
              <a:t>Owner: Sarah Ball</a:t>
            </a:r>
          </a:p>
        </p:txBody>
      </p:sp>
      <p:pic>
        <p:nvPicPr>
          <p:cNvPr id="13" name="Picture 12"/>
          <p:cNvPicPr>
            <a:picLocks noChangeAspect="1"/>
          </p:cNvPicPr>
          <p:nvPr/>
        </p:nvPicPr>
        <p:blipFill>
          <a:blip r:embed="rId4" cstate="screen">
            <a:biLevel thresh="25000"/>
            <a:extLst>
              <a:ext uri="{28A0092B-C50C-407E-A947-70E740481C1C}">
                <a14:useLocalDpi xmlns:a14="http://schemas.microsoft.com/office/drawing/2010/main"/>
              </a:ext>
            </a:extLst>
          </a:blip>
          <a:stretch>
            <a:fillRect/>
          </a:stretch>
        </p:blipFill>
        <p:spPr>
          <a:xfrm>
            <a:off x="8329741" y="468188"/>
            <a:ext cx="1097132" cy="439808"/>
          </a:xfrm>
          <a:prstGeom prst="rect">
            <a:avLst/>
          </a:prstGeom>
        </p:spPr>
      </p:pic>
      <p:sp>
        <p:nvSpPr>
          <p:cNvPr id="2" name="TextBox 1"/>
          <p:cNvSpPr txBox="1"/>
          <p:nvPr/>
        </p:nvSpPr>
        <p:spPr>
          <a:xfrm>
            <a:off x="421913" y="5304967"/>
            <a:ext cx="3720890" cy="646331"/>
          </a:xfrm>
          <a:prstGeom prst="rect">
            <a:avLst/>
          </a:prstGeom>
          <a:noFill/>
        </p:spPr>
        <p:txBody>
          <a:bodyPr wrap="none" rtlCol="0">
            <a:spAutoFit/>
          </a:bodyPr>
          <a:lstStyle/>
          <a:p>
            <a:r>
              <a:rPr lang="en-GB">
                <a:solidFill>
                  <a:schemeClr val="bg1"/>
                </a:solidFill>
                <a:latin typeface="Arial" panose="020B0604020202020204" pitchFamily="34" charset="0"/>
                <a:cs typeface="Arial" panose="020B0604020202020204" pitchFamily="34" charset="0"/>
              </a:rPr>
              <a:t>Head of UK Metering: </a:t>
            </a:r>
            <a:r>
              <a:rPr lang="en-GB" sz="1600" b="1">
                <a:solidFill>
                  <a:schemeClr val="bg1"/>
                </a:solidFill>
                <a:latin typeface="Arial" panose="020B0604020202020204" pitchFamily="34" charset="0"/>
                <a:cs typeface="Arial" panose="020B0604020202020204" pitchFamily="34" charset="0"/>
              </a:rPr>
              <a:t>Maxine Long</a:t>
            </a:r>
          </a:p>
          <a:p>
            <a:r>
              <a:rPr lang="en-GB">
                <a:solidFill>
                  <a:schemeClr val="bg1"/>
                </a:solidFill>
                <a:latin typeface="Arial" panose="020B0604020202020204" pitchFamily="34" charset="0"/>
                <a:cs typeface="Arial" panose="020B0604020202020204" pitchFamily="34" charset="0"/>
              </a:rPr>
              <a:t>Business Support: </a:t>
            </a:r>
            <a:r>
              <a:rPr lang="en-GB" sz="1600" b="1">
                <a:solidFill>
                  <a:schemeClr val="bg1"/>
                </a:solidFill>
                <a:latin typeface="Arial" panose="020B0604020202020204" pitchFamily="34" charset="0"/>
                <a:cs typeface="Arial" panose="020B0604020202020204" pitchFamily="34" charset="0"/>
              </a:rPr>
              <a:t>Bev Whitehall</a:t>
            </a:r>
            <a:endParaRPr lang="en-US" sz="1600" b="1">
              <a:solidFill>
                <a:schemeClr val="bg1"/>
              </a:solidFill>
              <a:latin typeface="Arial" panose="020B0604020202020204" pitchFamily="34" charset="0"/>
              <a:cs typeface="Arial" panose="020B0604020202020204" pitchFamily="34" charset="0"/>
            </a:endParaRPr>
          </a:p>
        </p:txBody>
      </p:sp>
      <p:sp>
        <p:nvSpPr>
          <p:cNvPr id="4" name="TextBox 3"/>
          <p:cNvSpPr txBox="1"/>
          <p:nvPr/>
        </p:nvSpPr>
        <p:spPr>
          <a:xfrm>
            <a:off x="455929" y="1295880"/>
            <a:ext cx="8745849" cy="5016758"/>
          </a:xfrm>
          <a:prstGeom prst="rect">
            <a:avLst/>
          </a:prstGeom>
          <a:noFill/>
        </p:spPr>
        <p:txBody>
          <a:bodyPr wrap="square" rtlCol="0">
            <a:spAutoFit/>
          </a:bodyPr>
          <a:lstStyle/>
          <a:p>
            <a:br>
              <a:rPr lang="en-US" sz="2000" b="1" dirty="0">
                <a:solidFill>
                  <a:schemeClr val="bg1"/>
                </a:solidFill>
                <a:latin typeface="Arial" panose="020B0604020202020204" pitchFamily="34" charset="0"/>
                <a:cs typeface="Arial" panose="020B0604020202020204" pitchFamily="34" charset="0"/>
              </a:rPr>
            </a:br>
            <a:r>
              <a:rPr lang="en-GB" sz="1600" dirty="0">
                <a:solidFill>
                  <a:schemeClr val="bg1"/>
                </a:solidFill>
              </a:rPr>
              <a:t>Our aim is to lead the traditional gas metering market delivering for our customers and our business. </a:t>
            </a:r>
          </a:p>
          <a:p>
            <a:endParaRPr lang="en-GB" sz="1600" dirty="0">
              <a:solidFill>
                <a:schemeClr val="bg1"/>
              </a:solidFill>
            </a:endParaRPr>
          </a:p>
          <a:p>
            <a:r>
              <a:rPr lang="en-GB" sz="1600" dirty="0">
                <a:solidFill>
                  <a:schemeClr val="bg1"/>
                </a:solidFill>
              </a:rPr>
              <a:t>Through creating a trusting culture where everyone is valued for their uniqueness and living our values we will achieve our priorities to:</a:t>
            </a:r>
          </a:p>
          <a:p>
            <a:endParaRPr lang="en-US" sz="1600" dirty="0">
              <a:solidFill>
                <a:schemeClr val="bg1"/>
              </a:solidFill>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GB" sz="1600" u="sng" dirty="0">
                <a:solidFill>
                  <a:schemeClr val="bg1"/>
                </a:solidFill>
              </a:rPr>
              <a:t>Enable</a:t>
            </a:r>
            <a:r>
              <a:rPr lang="en-GB" sz="1600" dirty="0">
                <a:solidFill>
                  <a:schemeClr val="bg1"/>
                </a:solidFill>
              </a:rPr>
              <a:t> the energy transition for all</a:t>
            </a:r>
          </a:p>
          <a:p>
            <a:pPr marL="342900" indent="-342900">
              <a:buFont typeface="Arial" panose="020B0604020202020204" pitchFamily="34" charset="0"/>
              <a:buChar char="•"/>
            </a:pPr>
            <a:r>
              <a:rPr lang="en-GB" sz="1600" u="sng" dirty="0">
                <a:solidFill>
                  <a:schemeClr val="bg1"/>
                </a:solidFill>
              </a:rPr>
              <a:t>Deliver</a:t>
            </a:r>
            <a:r>
              <a:rPr lang="en-GB" sz="1600" dirty="0">
                <a:solidFill>
                  <a:schemeClr val="bg1"/>
                </a:solidFill>
              </a:rPr>
              <a:t> for our customers efficiently</a:t>
            </a:r>
          </a:p>
          <a:p>
            <a:pPr marL="342900" indent="-342900">
              <a:buFont typeface="Arial" panose="020B0604020202020204" pitchFamily="34" charset="0"/>
              <a:buChar char="•"/>
            </a:pPr>
            <a:r>
              <a:rPr lang="en-GB" sz="1600" u="sng" dirty="0">
                <a:solidFill>
                  <a:schemeClr val="bg1"/>
                </a:solidFill>
              </a:rPr>
              <a:t>Grow</a:t>
            </a:r>
            <a:r>
              <a:rPr lang="en-GB" sz="1600" dirty="0">
                <a:solidFill>
                  <a:schemeClr val="bg1"/>
                </a:solidFill>
              </a:rPr>
              <a:t> our organisational capability</a:t>
            </a:r>
          </a:p>
          <a:p>
            <a:pPr marL="342900" indent="-342900">
              <a:buFont typeface="Arial" panose="020B0604020202020204" pitchFamily="34" charset="0"/>
              <a:buChar char="•"/>
            </a:pPr>
            <a:r>
              <a:rPr lang="en-GB" sz="1600" u="sng" dirty="0">
                <a:solidFill>
                  <a:schemeClr val="bg1"/>
                </a:solidFill>
              </a:rPr>
              <a:t>Empower</a:t>
            </a:r>
            <a:r>
              <a:rPr lang="en-GB" sz="1600" dirty="0">
                <a:solidFill>
                  <a:schemeClr val="bg1"/>
                </a:solidFill>
              </a:rPr>
              <a:t> our people for great performance</a:t>
            </a:r>
          </a:p>
          <a:p>
            <a:endParaRPr lang="en-GB" sz="1600" dirty="0">
              <a:solidFill>
                <a:schemeClr val="bg1"/>
              </a:solidFill>
            </a:endParaRPr>
          </a:p>
          <a:p>
            <a:r>
              <a:rPr lang="en-GB" sz="1600" dirty="0">
                <a:solidFill>
                  <a:schemeClr val="bg1"/>
                </a:solidFill>
              </a:rPr>
              <a:t>We will continually strive to try new things, fail fast, learn quickly and move on by being courageous, bold and embracing difference.</a:t>
            </a:r>
          </a:p>
          <a:p>
            <a:endParaRPr lang="en-GB" dirty="0"/>
          </a:p>
          <a:p>
            <a:endParaRPr lang="en-GB" dirty="0"/>
          </a:p>
          <a:p>
            <a:r>
              <a:rPr lang="en-GB" dirty="0"/>
              <a:t> </a:t>
            </a:r>
          </a:p>
          <a:p>
            <a:endParaRPr lang="en-GB" dirty="0">
              <a:solidFill>
                <a:schemeClr val="bg1"/>
              </a:solidFill>
            </a:endParaRPr>
          </a:p>
          <a:p>
            <a:endParaRPr lang="en-US" sz="2000" dirty="0">
              <a:solidFill>
                <a:schemeClr val="bg1"/>
              </a:solidFill>
              <a:latin typeface="Arial" panose="020B0604020202020204" pitchFamily="34" charset="0"/>
              <a:cs typeface="Arial" panose="020B0604020202020204" pitchFamily="34" charset="0"/>
            </a:endParaRPr>
          </a:p>
        </p:txBody>
      </p:sp>
      <p:sp>
        <p:nvSpPr>
          <p:cNvPr id="26" name="TextBox 25"/>
          <p:cNvSpPr txBox="1"/>
          <p:nvPr/>
        </p:nvSpPr>
        <p:spPr>
          <a:xfrm>
            <a:off x="8448989" y="6188461"/>
            <a:ext cx="1505577" cy="507831"/>
          </a:xfrm>
          <a:prstGeom prst="rect">
            <a:avLst/>
          </a:prstGeom>
          <a:noFill/>
        </p:spPr>
        <p:txBody>
          <a:bodyPr wrap="square" lIns="91440" tIns="45720" rIns="91440" bIns="45720" rtlCol="0" anchor="t">
            <a:spAutoFit/>
          </a:bodyPr>
          <a:lstStyle/>
          <a:p>
            <a:r>
              <a:rPr lang="en-GB" sz="900" dirty="0">
                <a:solidFill>
                  <a:schemeClr val="bg1"/>
                </a:solidFill>
                <a:latin typeface="Arial"/>
                <a:cs typeface="Arial"/>
              </a:rPr>
              <a:t>Team Members: 206</a:t>
            </a:r>
            <a:endParaRPr lang="en-GB" sz="900" dirty="0">
              <a:solidFill>
                <a:schemeClr val="bg1"/>
              </a:solidFill>
              <a:latin typeface="Arial" panose="020B0604020202020204" pitchFamily="34" charset="0"/>
              <a:cs typeface="Arial" panose="020B0604020202020204" pitchFamily="34" charset="0"/>
            </a:endParaRPr>
          </a:p>
          <a:p>
            <a:r>
              <a:rPr lang="en-GB" sz="900" dirty="0">
                <a:solidFill>
                  <a:schemeClr val="bg1"/>
                </a:solidFill>
                <a:latin typeface="Arial" panose="020B0604020202020204" pitchFamily="34" charset="0"/>
                <a:cs typeface="Arial" panose="020B0604020202020204" pitchFamily="34" charset="0"/>
              </a:rPr>
              <a:t>Vacancy: 10</a:t>
            </a:r>
          </a:p>
          <a:p>
            <a:endParaRPr lang="en-GB" sz="900" dirty="0">
              <a:solidFill>
                <a:schemeClr val="bg1"/>
              </a:solidFill>
              <a:latin typeface="Arial" panose="020B0604020202020204" pitchFamily="34" charset="0"/>
              <a:cs typeface="Arial" panose="020B0604020202020204" pitchFamily="34" charset="0"/>
            </a:endParaRPr>
          </a:p>
        </p:txBody>
      </p:sp>
      <p:sp>
        <p:nvSpPr>
          <p:cNvPr id="15" name="TextBox 14"/>
          <p:cNvSpPr txBox="1"/>
          <p:nvPr/>
        </p:nvSpPr>
        <p:spPr>
          <a:xfrm>
            <a:off x="3907380" y="6298119"/>
            <a:ext cx="2782957" cy="369332"/>
          </a:xfrm>
          <a:prstGeom prst="rect">
            <a:avLst/>
          </a:prstGeom>
          <a:noFill/>
        </p:spPr>
        <p:txBody>
          <a:bodyPr wrap="square" rtlCol="0">
            <a:spAutoFit/>
          </a:bodyPr>
          <a:lstStyle/>
          <a:p>
            <a:r>
              <a:rPr lang="en-GB">
                <a:latin typeface="Arial" panose="020B0604020202020204" pitchFamily="34" charset="0"/>
                <a:cs typeface="Arial" panose="020B0604020202020204" pitchFamily="34" charset="0"/>
              </a:rPr>
              <a:t>Internal Use Only</a:t>
            </a:r>
            <a:endParaRPr 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3702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4CDF4E4B-6537-4561-8F88-BEF8A3105FA6}"/>
              </a:ext>
            </a:extLst>
          </p:cNvPr>
          <p:cNvCxnSpPr/>
          <p:nvPr/>
        </p:nvCxnSpPr>
        <p:spPr>
          <a:xfrm flipH="1" flipV="1">
            <a:off x="8678522" y="2652343"/>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A72EB37-858A-4B6D-8319-67B3D71F21A0}"/>
              </a:ext>
            </a:extLst>
          </p:cNvPr>
          <p:cNvCxnSpPr/>
          <p:nvPr/>
        </p:nvCxnSpPr>
        <p:spPr>
          <a:xfrm flipH="1" flipV="1">
            <a:off x="7202412" y="1813366"/>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C5754B3A-5AD9-46C3-A66F-DFB2BC0664B6}"/>
              </a:ext>
            </a:extLst>
          </p:cNvPr>
          <p:cNvSpPr/>
          <p:nvPr/>
        </p:nvSpPr>
        <p:spPr>
          <a:xfrm rot="13371832">
            <a:off x="6505358" y="1586288"/>
            <a:ext cx="151200" cy="1182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C35CDD5A-3A22-4FDA-9AB9-B21B91234525}"/>
              </a:ext>
            </a:extLst>
          </p:cNvPr>
          <p:cNvSpPr/>
          <p:nvPr/>
        </p:nvSpPr>
        <p:spPr>
          <a:xfrm rot="13377758">
            <a:off x="3104190" y="2447701"/>
            <a:ext cx="151200" cy="1182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D4B76A85-AA33-4C1D-B03D-34DB1170C798}"/>
              </a:ext>
            </a:extLst>
          </p:cNvPr>
          <p:cNvSpPr/>
          <p:nvPr/>
        </p:nvSpPr>
        <p:spPr>
          <a:xfrm rot="18351173">
            <a:off x="7822309" y="1370765"/>
            <a:ext cx="151200" cy="1073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1" name="Straight Connector 120">
            <a:extLst>
              <a:ext uri="{FF2B5EF4-FFF2-40B4-BE49-F238E27FC236}">
                <a16:creationId xmlns:a16="http://schemas.microsoft.com/office/drawing/2014/main" id="{0476A259-7AED-4F21-A730-05891FB2A7CA}"/>
              </a:ext>
            </a:extLst>
          </p:cNvPr>
          <p:cNvCxnSpPr>
            <a:cxnSpLocks/>
          </p:cNvCxnSpPr>
          <p:nvPr/>
        </p:nvCxnSpPr>
        <p:spPr>
          <a:xfrm flipV="1">
            <a:off x="1985388" y="4983171"/>
            <a:ext cx="4868" cy="45591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2194A9A-06EA-49F8-8A3A-60AEB3B59BB7}"/>
              </a:ext>
            </a:extLst>
          </p:cNvPr>
          <p:cNvCxnSpPr>
            <a:cxnSpLocks/>
          </p:cNvCxnSpPr>
          <p:nvPr/>
        </p:nvCxnSpPr>
        <p:spPr>
          <a:xfrm flipV="1">
            <a:off x="915285" y="5861249"/>
            <a:ext cx="4868" cy="45591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2066B4C5-88E2-4804-B342-0B3F33630801}"/>
              </a:ext>
            </a:extLst>
          </p:cNvPr>
          <p:cNvCxnSpPr/>
          <p:nvPr/>
        </p:nvCxnSpPr>
        <p:spPr>
          <a:xfrm flipH="1" flipV="1">
            <a:off x="5177938" y="3858261"/>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86D578CB-FA21-4EB5-AC29-BA1D269C305B}"/>
              </a:ext>
            </a:extLst>
          </p:cNvPr>
          <p:cNvSpPr/>
          <p:nvPr/>
        </p:nvSpPr>
        <p:spPr>
          <a:xfrm rot="13427242">
            <a:off x="1272052" y="4603882"/>
            <a:ext cx="151200" cy="1073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Oval 111">
            <a:extLst>
              <a:ext uri="{FF2B5EF4-FFF2-40B4-BE49-F238E27FC236}">
                <a16:creationId xmlns:a16="http://schemas.microsoft.com/office/drawing/2014/main" id="{20E76136-CD5A-473B-BECD-10B6D38B7AA4}"/>
              </a:ext>
            </a:extLst>
          </p:cNvPr>
          <p:cNvSpPr/>
          <p:nvPr/>
        </p:nvSpPr>
        <p:spPr>
          <a:xfrm>
            <a:off x="478874" y="5148577"/>
            <a:ext cx="838800" cy="838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13" name="Oval 112">
            <a:extLst>
              <a:ext uri="{FF2B5EF4-FFF2-40B4-BE49-F238E27FC236}">
                <a16:creationId xmlns:a16="http://schemas.microsoft.com/office/drawing/2014/main" id="{7D4F11EB-F064-4D32-B99B-27892AF6890B}"/>
              </a:ext>
            </a:extLst>
          </p:cNvPr>
          <p:cNvSpPr/>
          <p:nvPr/>
        </p:nvSpPr>
        <p:spPr>
          <a:xfrm>
            <a:off x="555357" y="5225058"/>
            <a:ext cx="687600" cy="687600"/>
          </a:xfrm>
          <a:prstGeom prst="ellips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10" name="Rectangle 109">
            <a:extLst>
              <a:ext uri="{FF2B5EF4-FFF2-40B4-BE49-F238E27FC236}">
                <a16:creationId xmlns:a16="http://schemas.microsoft.com/office/drawing/2014/main" id="{DDA1CC41-3306-4B5F-B915-85F2DD53FBC6}"/>
              </a:ext>
            </a:extLst>
          </p:cNvPr>
          <p:cNvSpPr/>
          <p:nvPr/>
        </p:nvSpPr>
        <p:spPr>
          <a:xfrm rot="13515325">
            <a:off x="5583024" y="2550885"/>
            <a:ext cx="151200" cy="1182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p:cNvSpPr txBox="1"/>
          <p:nvPr/>
        </p:nvSpPr>
        <p:spPr>
          <a:xfrm>
            <a:off x="3270286" y="251074"/>
            <a:ext cx="6508973" cy="584775"/>
          </a:xfrm>
          <a:prstGeom prst="rect">
            <a:avLst/>
          </a:prstGeom>
          <a:noFill/>
        </p:spPr>
        <p:txBody>
          <a:bodyPr wrap="square" rtlCol="0">
            <a:spAutoFit/>
          </a:bodyPr>
          <a:lstStyle/>
          <a:p>
            <a:r>
              <a:rPr lang="en-GB" sz="1600" i="1">
                <a:solidFill>
                  <a:schemeClr val="bg1">
                    <a:lumMod val="95000"/>
                  </a:schemeClr>
                </a:solidFill>
                <a:latin typeface="Arial" panose="020B0604020202020204" pitchFamily="34" charset="0"/>
                <a:cs typeface="Arial" panose="020B0604020202020204" pitchFamily="34" charset="0"/>
              </a:rPr>
              <a:t>Welcome to our Asset Management Team - our purpose is to manage assets safely, reliably and cost effectively. </a:t>
            </a:r>
            <a:r>
              <a:rPr lang="en-GB" sz="1600" b="1" i="1">
                <a:solidFill>
                  <a:schemeClr val="bg1">
                    <a:lumMod val="95000"/>
                  </a:schemeClr>
                </a:solidFill>
                <a:latin typeface="Arial" panose="020B0604020202020204" pitchFamily="34" charset="0"/>
                <a:cs typeface="Arial" panose="020B0604020202020204" pitchFamily="34" charset="0"/>
              </a:rPr>
              <a:t>–</a:t>
            </a:r>
            <a:r>
              <a:rPr lang="en-GB" sz="1600" i="1">
                <a:solidFill>
                  <a:schemeClr val="bg1">
                    <a:lumMod val="95000"/>
                  </a:schemeClr>
                </a:solidFill>
                <a:latin typeface="Arial" panose="020B0604020202020204" pitchFamily="34" charset="0"/>
                <a:cs typeface="Arial" panose="020B0604020202020204" pitchFamily="34" charset="0"/>
              </a:rPr>
              <a:t> </a:t>
            </a:r>
            <a:r>
              <a:rPr lang="en-GB" sz="1600" b="1">
                <a:solidFill>
                  <a:schemeClr val="bg1">
                    <a:lumMod val="95000"/>
                  </a:schemeClr>
                </a:solidFill>
                <a:latin typeface="Arial" panose="020B0604020202020204" pitchFamily="34" charset="0"/>
                <a:cs typeface="Arial" panose="020B0604020202020204" pitchFamily="34" charset="0"/>
              </a:rPr>
              <a:t>Jenny Phillips</a:t>
            </a:r>
            <a:endParaRPr lang="en-GB" sz="1600" i="1">
              <a:solidFill>
                <a:schemeClr val="bg1">
                  <a:lumMod val="95000"/>
                </a:schemeClr>
              </a:solidFill>
              <a:latin typeface="Arial" panose="020B0604020202020204" pitchFamily="34" charset="0"/>
              <a:cs typeface="Arial" panose="020B0604020202020204" pitchFamily="34" charset="0"/>
            </a:endParaRPr>
          </a:p>
        </p:txBody>
      </p:sp>
      <p:sp>
        <p:nvSpPr>
          <p:cNvPr id="6" name="TextBox 5"/>
          <p:cNvSpPr txBox="1"/>
          <p:nvPr/>
        </p:nvSpPr>
        <p:spPr>
          <a:xfrm>
            <a:off x="200399" y="249138"/>
            <a:ext cx="3247504" cy="830997"/>
          </a:xfrm>
          <a:prstGeom prst="rect">
            <a:avLst/>
          </a:prstGeom>
          <a:noFill/>
        </p:spPr>
        <p:txBody>
          <a:bodyPr wrap="square" rtlCol="0">
            <a:spAutoFit/>
          </a:bodyPr>
          <a:lstStyle/>
          <a:p>
            <a:r>
              <a:rPr lang="en-GB" sz="2400" dirty="0">
                <a:solidFill>
                  <a:schemeClr val="bg1"/>
                </a:solidFill>
                <a:latin typeface="Arial" panose="020B0604020202020204" pitchFamily="34" charset="0"/>
                <a:cs typeface="Arial" panose="020B0604020202020204" pitchFamily="34" charset="0"/>
              </a:rPr>
              <a:t>NGM | </a:t>
            </a:r>
            <a:r>
              <a:rPr lang="en-GB" sz="2400" b="1" dirty="0">
                <a:solidFill>
                  <a:schemeClr val="bg1"/>
                </a:solidFill>
                <a:latin typeface="Arial" panose="020B0604020202020204" pitchFamily="34" charset="0"/>
                <a:cs typeface="Arial" panose="020B0604020202020204" pitchFamily="34" charset="0"/>
              </a:rPr>
              <a:t>Asset </a:t>
            </a:r>
          </a:p>
          <a:p>
            <a:r>
              <a:rPr lang="en-GB" sz="2400" b="1" dirty="0">
                <a:solidFill>
                  <a:schemeClr val="bg1"/>
                </a:solidFill>
                <a:latin typeface="Arial" panose="020B0604020202020204" pitchFamily="34" charset="0"/>
                <a:cs typeface="Arial" panose="020B0604020202020204" pitchFamily="34" charset="0"/>
              </a:rPr>
              <a:t>           Management</a:t>
            </a:r>
            <a:endParaRPr lang="en-US" sz="2400" b="1" dirty="0">
              <a:solidFill>
                <a:schemeClr val="bg1"/>
              </a:solidFill>
              <a:latin typeface="Arial" panose="020B0604020202020204" pitchFamily="34" charset="0"/>
              <a:cs typeface="Arial" panose="020B0604020202020204" pitchFamily="34" charset="0"/>
            </a:endParaRPr>
          </a:p>
        </p:txBody>
      </p:sp>
      <p:sp>
        <p:nvSpPr>
          <p:cNvPr id="67" name="TextBox 66"/>
          <p:cNvSpPr txBox="1"/>
          <p:nvPr/>
        </p:nvSpPr>
        <p:spPr>
          <a:xfrm>
            <a:off x="6524772" y="6317162"/>
            <a:ext cx="1963555" cy="353943"/>
          </a:xfrm>
          <a:prstGeom prst="rect">
            <a:avLst/>
          </a:prstGeom>
          <a:noFill/>
        </p:spPr>
        <p:txBody>
          <a:bodyPr wrap="square" rtlCol="0">
            <a:spAutoFit/>
          </a:bodyPr>
          <a:lstStyle/>
          <a:p>
            <a:r>
              <a:rPr lang="en-GB" sz="900" dirty="0">
                <a:solidFill>
                  <a:schemeClr val="bg1"/>
                </a:solidFill>
                <a:latin typeface="Arial" panose="020B0604020202020204" pitchFamily="34" charset="0"/>
                <a:cs typeface="Arial" panose="020B0604020202020204" pitchFamily="34" charset="0"/>
              </a:rPr>
              <a:t>Team Members: 45</a:t>
            </a:r>
          </a:p>
          <a:p>
            <a:r>
              <a:rPr lang="en-GB" sz="800" dirty="0">
                <a:solidFill>
                  <a:schemeClr val="bg1"/>
                </a:solidFill>
                <a:latin typeface="Arial" panose="020B0604020202020204" pitchFamily="34" charset="0"/>
                <a:cs typeface="Arial" panose="020B0604020202020204" pitchFamily="34" charset="0"/>
              </a:rPr>
              <a:t>Vacancy: 6</a:t>
            </a:r>
          </a:p>
        </p:txBody>
      </p:sp>
      <p:cxnSp>
        <p:nvCxnSpPr>
          <p:cNvPr id="42" name="Straight Connector 41">
            <a:extLst>
              <a:ext uri="{FF2B5EF4-FFF2-40B4-BE49-F238E27FC236}">
                <a16:creationId xmlns:a16="http://schemas.microsoft.com/office/drawing/2014/main" id="{76D745D2-0E2A-4179-92AE-A0B8F758539E}"/>
              </a:ext>
            </a:extLst>
          </p:cNvPr>
          <p:cNvCxnSpPr/>
          <p:nvPr/>
        </p:nvCxnSpPr>
        <p:spPr>
          <a:xfrm flipH="1" flipV="1">
            <a:off x="6319761" y="2926709"/>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B55275B5-B118-4E2D-9E79-B5381A0653DF}"/>
              </a:ext>
            </a:extLst>
          </p:cNvPr>
          <p:cNvSpPr/>
          <p:nvPr/>
        </p:nvSpPr>
        <p:spPr>
          <a:xfrm>
            <a:off x="5800858" y="2182824"/>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46" name="Oval 45">
            <a:extLst>
              <a:ext uri="{FF2B5EF4-FFF2-40B4-BE49-F238E27FC236}">
                <a16:creationId xmlns:a16="http://schemas.microsoft.com/office/drawing/2014/main" id="{511210DD-F145-480D-A691-BAC13274155A}"/>
              </a:ext>
            </a:extLst>
          </p:cNvPr>
          <p:cNvSpPr/>
          <p:nvPr/>
        </p:nvSpPr>
        <p:spPr>
          <a:xfrm>
            <a:off x="5877339" y="2260125"/>
            <a:ext cx="687399" cy="687399"/>
          </a:xfrm>
          <a:prstGeom prst="ellips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cxnSp>
        <p:nvCxnSpPr>
          <p:cNvPr id="48" name="Straight Connector 47">
            <a:extLst>
              <a:ext uri="{FF2B5EF4-FFF2-40B4-BE49-F238E27FC236}">
                <a16:creationId xmlns:a16="http://schemas.microsoft.com/office/drawing/2014/main" id="{7DB406D9-4A69-4BD2-94EF-D07D1840E121}"/>
              </a:ext>
            </a:extLst>
          </p:cNvPr>
          <p:cNvCxnSpPr/>
          <p:nvPr/>
        </p:nvCxnSpPr>
        <p:spPr>
          <a:xfrm flipH="1" flipV="1">
            <a:off x="3778328" y="2870319"/>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B5A0B07-CBFF-41F3-893D-1EFA3ADA35CC}"/>
              </a:ext>
            </a:extLst>
          </p:cNvPr>
          <p:cNvCxnSpPr/>
          <p:nvPr/>
        </p:nvCxnSpPr>
        <p:spPr>
          <a:xfrm flipH="1" flipV="1">
            <a:off x="2887550" y="3936070"/>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81B39947-0F3A-44DC-967E-7F0FEB478902}"/>
              </a:ext>
            </a:extLst>
          </p:cNvPr>
          <p:cNvSpPr/>
          <p:nvPr/>
        </p:nvSpPr>
        <p:spPr>
          <a:xfrm rot="18448616">
            <a:off x="4541640" y="2209535"/>
            <a:ext cx="146541" cy="1739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8BBCEB15-EDD9-4886-BAD6-946BE1DD0539}"/>
              </a:ext>
            </a:extLst>
          </p:cNvPr>
          <p:cNvSpPr/>
          <p:nvPr/>
        </p:nvSpPr>
        <p:spPr>
          <a:xfrm rot="13344901">
            <a:off x="2127794" y="3448292"/>
            <a:ext cx="150384" cy="140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CC0BBD41-05A1-4828-8687-8DCBD13AA79D}"/>
              </a:ext>
            </a:extLst>
          </p:cNvPr>
          <p:cNvCxnSpPr>
            <a:cxnSpLocks/>
          </p:cNvCxnSpPr>
          <p:nvPr/>
        </p:nvCxnSpPr>
        <p:spPr>
          <a:xfrm>
            <a:off x="1939055" y="5307099"/>
            <a:ext cx="0" cy="485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0E2A7FE5-1DE5-4B60-B2E7-A66833A0A225}"/>
              </a:ext>
            </a:extLst>
          </p:cNvPr>
          <p:cNvSpPr/>
          <p:nvPr/>
        </p:nvSpPr>
        <p:spPr>
          <a:xfrm>
            <a:off x="2414027" y="3108211"/>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71" name="Oval 70">
            <a:extLst>
              <a:ext uri="{FF2B5EF4-FFF2-40B4-BE49-F238E27FC236}">
                <a16:creationId xmlns:a16="http://schemas.microsoft.com/office/drawing/2014/main" id="{6D50A50A-45AB-403B-A214-92520B1940E9}"/>
              </a:ext>
            </a:extLst>
          </p:cNvPr>
          <p:cNvSpPr/>
          <p:nvPr/>
        </p:nvSpPr>
        <p:spPr>
          <a:xfrm>
            <a:off x="2483120" y="3184047"/>
            <a:ext cx="687399" cy="687399"/>
          </a:xfrm>
          <a:prstGeom prst="ellipse">
            <a:avLst/>
          </a:prstGeom>
          <a:solidFill>
            <a:schemeClr val="accent5">
              <a:lumMod val="50000"/>
            </a:schemeClr>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73" name="Rectangle 72">
            <a:extLst>
              <a:ext uri="{FF2B5EF4-FFF2-40B4-BE49-F238E27FC236}">
                <a16:creationId xmlns:a16="http://schemas.microsoft.com/office/drawing/2014/main" id="{612ADC85-80F2-4555-8323-4322C06CF8B0}"/>
              </a:ext>
            </a:extLst>
          </p:cNvPr>
          <p:cNvSpPr/>
          <p:nvPr/>
        </p:nvSpPr>
        <p:spPr>
          <a:xfrm>
            <a:off x="1968285" y="2501310"/>
            <a:ext cx="1317962" cy="646331"/>
          </a:xfrm>
          <a:prstGeom prst="rect">
            <a:avLst/>
          </a:prstGeom>
        </p:spPr>
        <p:txBody>
          <a:bodyPr wrap="square">
            <a:spAutoFit/>
          </a:bodyPr>
          <a:lstStyle/>
          <a:p>
            <a:r>
              <a:rPr lang="en-GB" sz="1200" b="1">
                <a:solidFill>
                  <a:schemeClr val="bg1"/>
                </a:solidFill>
                <a:latin typeface="Arial" panose="020B0604020202020204" pitchFamily="34" charset="0"/>
                <a:cs typeface="Arial" panose="020B0604020202020204" pitchFamily="34" charset="0"/>
              </a:rPr>
              <a:t>Integrity </a:t>
            </a:r>
          </a:p>
          <a:p>
            <a:r>
              <a:rPr lang="en-GB" sz="1200" b="1">
                <a:solidFill>
                  <a:schemeClr val="bg1"/>
                </a:solidFill>
                <a:latin typeface="Arial" panose="020B0604020202020204" pitchFamily="34" charset="0"/>
                <a:cs typeface="Arial" panose="020B0604020202020204" pitchFamily="34" charset="0"/>
              </a:rPr>
              <a:t>Management </a:t>
            </a:r>
          </a:p>
          <a:p>
            <a:r>
              <a:rPr lang="en-GB" sz="1200" b="1">
                <a:solidFill>
                  <a:schemeClr val="bg1"/>
                </a:solidFill>
                <a:latin typeface="Arial" panose="020B0604020202020204" pitchFamily="34" charset="0"/>
                <a:cs typeface="Arial" panose="020B0604020202020204" pitchFamily="34" charset="0"/>
              </a:rPr>
              <a:t>&amp; Risk </a:t>
            </a:r>
            <a:endParaRPr lang="en-US" sz="1200" b="1">
              <a:solidFill>
                <a:schemeClr val="bg1"/>
              </a:solidFill>
              <a:latin typeface="Arial" panose="020B0604020202020204" pitchFamily="34" charset="0"/>
              <a:cs typeface="Arial" panose="020B0604020202020204" pitchFamily="34" charset="0"/>
            </a:endParaRPr>
          </a:p>
        </p:txBody>
      </p:sp>
      <p:sp>
        <p:nvSpPr>
          <p:cNvPr id="74" name="Oval 73">
            <a:extLst>
              <a:ext uri="{FF2B5EF4-FFF2-40B4-BE49-F238E27FC236}">
                <a16:creationId xmlns:a16="http://schemas.microsoft.com/office/drawing/2014/main" id="{43E8DC93-6C14-49AA-8A75-B0D507FAC0C6}"/>
              </a:ext>
            </a:extLst>
          </p:cNvPr>
          <p:cNvSpPr/>
          <p:nvPr/>
        </p:nvSpPr>
        <p:spPr>
          <a:xfrm>
            <a:off x="6762945" y="1092922"/>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75" name="Oval 74">
            <a:extLst>
              <a:ext uri="{FF2B5EF4-FFF2-40B4-BE49-F238E27FC236}">
                <a16:creationId xmlns:a16="http://schemas.microsoft.com/office/drawing/2014/main" id="{50EA07BD-32DE-4EC6-B425-94A3C2E40FE3}"/>
              </a:ext>
            </a:extLst>
          </p:cNvPr>
          <p:cNvSpPr/>
          <p:nvPr/>
        </p:nvSpPr>
        <p:spPr>
          <a:xfrm>
            <a:off x="6834592" y="1171524"/>
            <a:ext cx="687399" cy="687399"/>
          </a:xfrm>
          <a:prstGeom prst="ellipse">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grpSp>
        <p:nvGrpSpPr>
          <p:cNvPr id="76" name="Group 75">
            <a:extLst>
              <a:ext uri="{FF2B5EF4-FFF2-40B4-BE49-F238E27FC236}">
                <a16:creationId xmlns:a16="http://schemas.microsoft.com/office/drawing/2014/main" id="{32A83303-38BA-47F3-96DE-312FCE65832D}"/>
              </a:ext>
            </a:extLst>
          </p:cNvPr>
          <p:cNvGrpSpPr/>
          <p:nvPr/>
        </p:nvGrpSpPr>
        <p:grpSpPr>
          <a:xfrm>
            <a:off x="3373591" y="3187677"/>
            <a:ext cx="1097121" cy="581950"/>
            <a:chOff x="550703" y="3125683"/>
            <a:chExt cx="1310400" cy="580968"/>
          </a:xfrm>
        </p:grpSpPr>
        <p:sp>
          <p:nvSpPr>
            <p:cNvPr id="77" name="Rectangle 76">
              <a:extLst>
                <a:ext uri="{FF2B5EF4-FFF2-40B4-BE49-F238E27FC236}">
                  <a16:creationId xmlns:a16="http://schemas.microsoft.com/office/drawing/2014/main" id="{B961C2AA-210F-4E8E-AFB8-CA9BB5C58300}"/>
                </a:ext>
              </a:extLst>
            </p:cNvPr>
            <p:cNvSpPr/>
            <p:nvPr/>
          </p:nvSpPr>
          <p:spPr>
            <a:xfrm>
              <a:off x="550703" y="3125683"/>
              <a:ext cx="1310400" cy="503999"/>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C7338E0E-8F14-4389-A893-D9C495151CBF}"/>
                </a:ext>
              </a:extLst>
            </p:cNvPr>
            <p:cNvSpPr txBox="1"/>
            <p:nvPr/>
          </p:nvSpPr>
          <p:spPr>
            <a:xfrm>
              <a:off x="677419" y="3199677"/>
              <a:ext cx="1116609" cy="506974"/>
            </a:xfrm>
            <a:prstGeom prst="rect">
              <a:avLst/>
            </a:prstGeom>
            <a:noFill/>
          </p:spPr>
          <p:txBody>
            <a:bodyPr wrap="none" rtlCol="0">
              <a:spAutoFit/>
            </a:bodyPr>
            <a:lstStyle/>
            <a:p>
              <a:pPr algn="ctr"/>
              <a:r>
                <a:rPr lang="en-US" sz="900" dirty="0">
                  <a:latin typeface="Arial" panose="020B0604020202020204" pitchFamily="34" charset="0"/>
                  <a:cs typeface="Arial" panose="020B0604020202020204" pitchFamily="34" charset="0"/>
                </a:rPr>
                <a:t>John Partridge</a:t>
              </a:r>
            </a:p>
            <a:p>
              <a:pPr algn="ctr"/>
              <a:r>
                <a:rPr lang="en-US" sz="900" dirty="0">
                  <a:latin typeface="Arial" panose="020B0604020202020204" pitchFamily="34" charset="0"/>
                  <a:cs typeface="Arial" panose="020B0604020202020204" pitchFamily="34" charset="0"/>
                </a:rPr>
                <a:t>Vacancy</a:t>
              </a:r>
            </a:p>
            <a:p>
              <a:pPr algn="ctr"/>
              <a:endParaRPr lang="en-US" sz="900" dirty="0">
                <a:latin typeface="Arial" panose="020B0604020202020204" pitchFamily="34" charset="0"/>
                <a:cs typeface="Arial" panose="020B0604020202020204" pitchFamily="34" charset="0"/>
              </a:endParaRPr>
            </a:p>
          </p:txBody>
        </p:sp>
      </p:grpSp>
      <p:pic>
        <p:nvPicPr>
          <p:cNvPr id="79" name="Picture 78">
            <a:extLst>
              <a:ext uri="{FF2B5EF4-FFF2-40B4-BE49-F238E27FC236}">
                <a16:creationId xmlns:a16="http://schemas.microsoft.com/office/drawing/2014/main" id="{D2570C9E-4322-4EBD-AF8C-7A066FCA4589}"/>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6977496" y="1281817"/>
            <a:ext cx="441865" cy="416793"/>
          </a:xfrm>
          <a:prstGeom prst="rect">
            <a:avLst/>
          </a:prstGeom>
        </p:spPr>
      </p:pic>
      <p:sp>
        <p:nvSpPr>
          <p:cNvPr id="80" name="Rectangle 79">
            <a:extLst>
              <a:ext uri="{FF2B5EF4-FFF2-40B4-BE49-F238E27FC236}">
                <a16:creationId xmlns:a16="http://schemas.microsoft.com/office/drawing/2014/main" id="{5A6CCE0E-ADD0-4F23-9B2E-5D689F0F2C0B}"/>
              </a:ext>
            </a:extLst>
          </p:cNvPr>
          <p:cNvSpPr/>
          <p:nvPr/>
        </p:nvSpPr>
        <p:spPr>
          <a:xfrm>
            <a:off x="3102214" y="1535554"/>
            <a:ext cx="1932050" cy="461665"/>
          </a:xfrm>
          <a:prstGeom prst="rect">
            <a:avLst/>
          </a:prstGeom>
        </p:spPr>
        <p:txBody>
          <a:bodyPr wrap="square">
            <a:spAutoFit/>
          </a:bodyPr>
          <a:lstStyle/>
          <a:p>
            <a:r>
              <a:rPr lang="en-GB" sz="1200" b="1">
                <a:solidFill>
                  <a:schemeClr val="bg1"/>
                </a:solidFill>
                <a:latin typeface="Arial" panose="020B0604020202020204" pitchFamily="34" charset="0"/>
                <a:cs typeface="Arial" panose="020B0604020202020204" pitchFamily="34" charset="0"/>
              </a:rPr>
              <a:t>Asset Investigation      &amp; Reliability</a:t>
            </a:r>
            <a:endParaRPr lang="en-US" sz="1200" b="1">
              <a:solidFill>
                <a:schemeClr val="bg1"/>
              </a:solidFill>
              <a:latin typeface="Arial" panose="020B0604020202020204" pitchFamily="34" charset="0"/>
              <a:cs typeface="Arial" panose="020B0604020202020204" pitchFamily="34" charset="0"/>
            </a:endParaRPr>
          </a:p>
        </p:txBody>
      </p:sp>
      <p:grpSp>
        <p:nvGrpSpPr>
          <p:cNvPr id="81" name="Group 80">
            <a:extLst>
              <a:ext uri="{FF2B5EF4-FFF2-40B4-BE49-F238E27FC236}">
                <a16:creationId xmlns:a16="http://schemas.microsoft.com/office/drawing/2014/main" id="{9EED9937-68EA-4518-8DE3-E07DCA5D2627}"/>
              </a:ext>
            </a:extLst>
          </p:cNvPr>
          <p:cNvGrpSpPr/>
          <p:nvPr/>
        </p:nvGrpSpPr>
        <p:grpSpPr>
          <a:xfrm>
            <a:off x="6845334" y="2153255"/>
            <a:ext cx="1010054" cy="362975"/>
            <a:chOff x="645458" y="3058899"/>
            <a:chExt cx="1310400" cy="302400"/>
          </a:xfrm>
        </p:grpSpPr>
        <p:sp>
          <p:nvSpPr>
            <p:cNvPr id="82" name="Rectangle 81">
              <a:extLst>
                <a:ext uri="{FF2B5EF4-FFF2-40B4-BE49-F238E27FC236}">
                  <a16:creationId xmlns:a16="http://schemas.microsoft.com/office/drawing/2014/main" id="{0D614668-09D5-4875-B1ED-CD07965B2277}"/>
                </a:ext>
              </a:extLst>
            </p:cNvPr>
            <p:cNvSpPr/>
            <p:nvPr/>
          </p:nvSpPr>
          <p:spPr>
            <a:xfrm>
              <a:off x="645458" y="3058899"/>
              <a:ext cx="1310400" cy="3024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a:extLst>
                <a:ext uri="{FF2B5EF4-FFF2-40B4-BE49-F238E27FC236}">
                  <a16:creationId xmlns:a16="http://schemas.microsoft.com/office/drawing/2014/main" id="{DF2E53A7-D5CC-4FA9-93B2-17746DA4699E}"/>
                </a:ext>
              </a:extLst>
            </p:cNvPr>
            <p:cNvSpPr txBox="1"/>
            <p:nvPr/>
          </p:nvSpPr>
          <p:spPr>
            <a:xfrm>
              <a:off x="770739" y="3115333"/>
              <a:ext cx="1011816" cy="230832"/>
            </a:xfrm>
            <a:prstGeom prst="rect">
              <a:avLst/>
            </a:prstGeom>
            <a:noFill/>
          </p:spPr>
          <p:txBody>
            <a:bodyPr wrap="none" rtlCol="0">
              <a:spAutoFit/>
            </a:bodyPr>
            <a:lstStyle/>
            <a:p>
              <a:pPr algn="ctr"/>
              <a:r>
                <a:rPr lang="en-GB" sz="900">
                  <a:latin typeface="Arial" panose="020B0604020202020204" pitchFamily="34" charset="0"/>
                  <a:cs typeface="Arial" panose="020B0604020202020204" pitchFamily="34" charset="0"/>
                </a:rPr>
                <a:t>Nicola Dugmore</a:t>
              </a:r>
            </a:p>
          </p:txBody>
        </p:sp>
      </p:grpSp>
      <p:grpSp>
        <p:nvGrpSpPr>
          <p:cNvPr id="84" name="Group 83">
            <a:extLst>
              <a:ext uri="{FF2B5EF4-FFF2-40B4-BE49-F238E27FC236}">
                <a16:creationId xmlns:a16="http://schemas.microsoft.com/office/drawing/2014/main" id="{17F6658A-9C07-4B2A-84F6-5F6BB7CDFAA8}"/>
              </a:ext>
            </a:extLst>
          </p:cNvPr>
          <p:cNvGrpSpPr/>
          <p:nvPr/>
        </p:nvGrpSpPr>
        <p:grpSpPr>
          <a:xfrm>
            <a:off x="4462383" y="4101404"/>
            <a:ext cx="1260000" cy="526810"/>
            <a:chOff x="645458" y="3058900"/>
            <a:chExt cx="1310400" cy="597133"/>
          </a:xfrm>
          <a:solidFill>
            <a:schemeClr val="accent1">
              <a:lumMod val="20000"/>
              <a:lumOff val="80000"/>
            </a:schemeClr>
          </a:solidFill>
        </p:grpSpPr>
        <p:sp>
          <p:nvSpPr>
            <p:cNvPr id="85" name="Rectangle 84">
              <a:extLst>
                <a:ext uri="{FF2B5EF4-FFF2-40B4-BE49-F238E27FC236}">
                  <a16:creationId xmlns:a16="http://schemas.microsoft.com/office/drawing/2014/main" id="{05181E4A-E255-41F3-B87A-A8C684F650E1}"/>
                </a:ext>
              </a:extLst>
            </p:cNvPr>
            <p:cNvSpPr/>
            <p:nvPr/>
          </p:nvSpPr>
          <p:spPr>
            <a:xfrm>
              <a:off x="645458" y="3058900"/>
              <a:ext cx="1310400" cy="597133"/>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294036EF-013D-4A62-B24C-121A0D706274}"/>
                </a:ext>
              </a:extLst>
            </p:cNvPr>
            <p:cNvSpPr txBox="1"/>
            <p:nvPr/>
          </p:nvSpPr>
          <p:spPr>
            <a:xfrm>
              <a:off x="863869" y="3115334"/>
              <a:ext cx="825559" cy="418634"/>
            </a:xfrm>
            <a:prstGeom prst="rect">
              <a:avLst/>
            </a:prstGeom>
            <a:grpFill/>
          </p:spPr>
          <p:txBody>
            <a:bodyPr wrap="none" rtlCol="0">
              <a:spAutoFit/>
            </a:bodyPr>
            <a:lstStyle/>
            <a:p>
              <a:pPr algn="ctr"/>
              <a:r>
                <a:rPr lang="en-GB" sz="900">
                  <a:latin typeface="Arial" panose="020B0604020202020204" pitchFamily="34" charset="0"/>
                  <a:cs typeface="Arial" panose="020B0604020202020204" pitchFamily="34" charset="0"/>
                </a:rPr>
                <a:t> Liz Ferry</a:t>
              </a:r>
            </a:p>
            <a:p>
              <a:pPr algn="ctr"/>
              <a:r>
                <a:rPr lang="en-GB" sz="900">
                  <a:latin typeface="Arial" panose="020B0604020202020204" pitchFamily="34" charset="0"/>
                  <a:cs typeface="Arial" panose="020B0604020202020204" pitchFamily="34" charset="0"/>
                </a:rPr>
                <a:t>Mandy King</a:t>
              </a:r>
            </a:p>
          </p:txBody>
        </p:sp>
      </p:grpSp>
      <p:grpSp>
        <p:nvGrpSpPr>
          <p:cNvPr id="87" name="Group 86">
            <a:extLst>
              <a:ext uri="{FF2B5EF4-FFF2-40B4-BE49-F238E27FC236}">
                <a16:creationId xmlns:a16="http://schemas.microsoft.com/office/drawing/2014/main" id="{1BC7A7FD-E8C2-4398-B4DB-0A6CD0E17317}"/>
              </a:ext>
            </a:extLst>
          </p:cNvPr>
          <p:cNvGrpSpPr/>
          <p:nvPr/>
        </p:nvGrpSpPr>
        <p:grpSpPr>
          <a:xfrm>
            <a:off x="2501387" y="4078904"/>
            <a:ext cx="1291607" cy="1228195"/>
            <a:chOff x="645458" y="3058898"/>
            <a:chExt cx="1310400" cy="1374647"/>
          </a:xfrm>
          <a:solidFill>
            <a:schemeClr val="accent5">
              <a:lumMod val="20000"/>
              <a:lumOff val="80000"/>
            </a:schemeClr>
          </a:solidFill>
        </p:grpSpPr>
        <p:sp>
          <p:nvSpPr>
            <p:cNvPr id="88" name="Rectangle 87">
              <a:extLst>
                <a:ext uri="{FF2B5EF4-FFF2-40B4-BE49-F238E27FC236}">
                  <a16:creationId xmlns:a16="http://schemas.microsoft.com/office/drawing/2014/main" id="{CE02E232-6009-48F1-B9D1-0C91AE514B94}"/>
                </a:ext>
              </a:extLst>
            </p:cNvPr>
            <p:cNvSpPr/>
            <p:nvPr/>
          </p:nvSpPr>
          <p:spPr>
            <a:xfrm>
              <a:off x="645458" y="3058898"/>
              <a:ext cx="1310400" cy="1374647"/>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F876E70E-B676-43FA-9824-67192ABEB891}"/>
                </a:ext>
              </a:extLst>
            </p:cNvPr>
            <p:cNvSpPr txBox="1"/>
            <p:nvPr/>
          </p:nvSpPr>
          <p:spPr>
            <a:xfrm>
              <a:off x="713252" y="3190719"/>
              <a:ext cx="1192327" cy="823809"/>
            </a:xfrm>
            <a:prstGeom prst="rect">
              <a:avLst/>
            </a:prstGeom>
            <a:grpFill/>
          </p:spPr>
          <p:txBody>
            <a:bodyPr wrap="none" rtlCol="0">
              <a:spAutoFit/>
            </a:bodyPr>
            <a:lstStyle/>
            <a:p>
              <a:pPr algn="ctr"/>
              <a:r>
                <a:rPr lang="en-US" sz="900">
                  <a:latin typeface="Arial" panose="020B0604020202020204" pitchFamily="34" charset="0"/>
                  <a:cs typeface="Arial" panose="020B0604020202020204" pitchFamily="34" charset="0"/>
                </a:rPr>
                <a:t>Bob Allan</a:t>
              </a:r>
            </a:p>
            <a:p>
              <a:pPr algn="ctr"/>
              <a:r>
                <a:rPr lang="en-US" sz="900">
                  <a:latin typeface="Arial" panose="020B0604020202020204" pitchFamily="34" charset="0"/>
                  <a:cs typeface="Arial" panose="020B0604020202020204" pitchFamily="34" charset="0"/>
                </a:rPr>
                <a:t>James Blakey</a:t>
              </a:r>
            </a:p>
            <a:p>
              <a:pPr algn="ctr"/>
              <a:r>
                <a:rPr lang="en-US" sz="900">
                  <a:latin typeface="Arial" panose="020B0604020202020204" pitchFamily="34" charset="0"/>
                  <a:cs typeface="Arial" panose="020B0604020202020204" pitchFamily="34" charset="0"/>
                </a:rPr>
                <a:t>Claire Daniels</a:t>
              </a:r>
            </a:p>
            <a:p>
              <a:pPr algn="ctr"/>
              <a:r>
                <a:rPr lang="en-US" sz="900">
                  <a:latin typeface="Arial" panose="020B0604020202020204" pitchFamily="34" charset="0"/>
                  <a:cs typeface="Arial" panose="020B0604020202020204" pitchFamily="34" charset="0"/>
                </a:rPr>
                <a:t>Stefan Davies</a:t>
              </a:r>
            </a:p>
            <a:p>
              <a:pPr algn="ctr"/>
              <a:r>
                <a:rPr lang="en-US" sz="900">
                  <a:latin typeface="Arial" panose="020B0604020202020204" pitchFamily="34" charset="0"/>
                  <a:cs typeface="Arial" panose="020B0604020202020204" pitchFamily="34" charset="0"/>
                </a:rPr>
                <a:t>Dean Ragoobar</a:t>
              </a:r>
            </a:p>
            <a:p>
              <a:pPr algn="ctr"/>
              <a:r>
                <a:rPr lang="en-US" sz="900">
                  <a:latin typeface="Arial" panose="020B0604020202020204" pitchFamily="34" charset="0"/>
                  <a:cs typeface="Arial" panose="020B0604020202020204" pitchFamily="34" charset="0"/>
                </a:rPr>
                <a:t>Michelle Shafi</a:t>
              </a:r>
            </a:p>
            <a:p>
              <a:pPr algn="ctr"/>
              <a:r>
                <a:rPr lang="en-US" sz="900">
                  <a:latin typeface="Arial" panose="020B0604020202020204" pitchFamily="34" charset="0"/>
                  <a:cs typeface="Arial" panose="020B0604020202020204" pitchFamily="34" charset="0"/>
                </a:rPr>
                <a:t>Richard Townsend</a:t>
              </a:r>
            </a:p>
            <a:p>
              <a:pPr algn="ctr"/>
              <a:endParaRPr lang="en-US" sz="900">
                <a:latin typeface="Arial" panose="020B0604020202020204" pitchFamily="34" charset="0"/>
                <a:cs typeface="Arial" panose="020B0604020202020204" pitchFamily="34" charset="0"/>
              </a:endParaRPr>
            </a:p>
            <a:p>
              <a:pPr algn="ctr"/>
              <a:endParaRPr lang="en-GB" sz="900">
                <a:latin typeface="Arial" panose="020B0604020202020204" pitchFamily="34" charset="0"/>
                <a:cs typeface="Arial" panose="020B0604020202020204" pitchFamily="34" charset="0"/>
              </a:endParaRPr>
            </a:p>
          </p:txBody>
        </p:sp>
      </p:grpSp>
      <p:sp>
        <p:nvSpPr>
          <p:cNvPr id="90" name="Oval 89">
            <a:extLst>
              <a:ext uri="{FF2B5EF4-FFF2-40B4-BE49-F238E27FC236}">
                <a16:creationId xmlns:a16="http://schemas.microsoft.com/office/drawing/2014/main" id="{218C1873-A65D-4468-A013-8B867DE2FD4A}"/>
              </a:ext>
            </a:extLst>
          </p:cNvPr>
          <p:cNvSpPr/>
          <p:nvPr/>
        </p:nvSpPr>
        <p:spPr>
          <a:xfrm>
            <a:off x="1518875" y="4192361"/>
            <a:ext cx="838800" cy="838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91" name="Oval 90">
            <a:extLst>
              <a:ext uri="{FF2B5EF4-FFF2-40B4-BE49-F238E27FC236}">
                <a16:creationId xmlns:a16="http://schemas.microsoft.com/office/drawing/2014/main" id="{096F9435-304D-40D0-8553-175F16C7077C}"/>
              </a:ext>
            </a:extLst>
          </p:cNvPr>
          <p:cNvSpPr/>
          <p:nvPr/>
        </p:nvSpPr>
        <p:spPr>
          <a:xfrm>
            <a:off x="4773878" y="3103704"/>
            <a:ext cx="840359" cy="838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92" name="Oval 91">
            <a:extLst>
              <a:ext uri="{FF2B5EF4-FFF2-40B4-BE49-F238E27FC236}">
                <a16:creationId xmlns:a16="http://schemas.microsoft.com/office/drawing/2014/main" id="{72651D98-0C4E-4BA3-9D58-A86A6F56A2A5}"/>
              </a:ext>
            </a:extLst>
          </p:cNvPr>
          <p:cNvSpPr/>
          <p:nvPr/>
        </p:nvSpPr>
        <p:spPr>
          <a:xfrm>
            <a:off x="3307301" y="2070740"/>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93" name="Oval 92">
            <a:extLst>
              <a:ext uri="{FF2B5EF4-FFF2-40B4-BE49-F238E27FC236}">
                <a16:creationId xmlns:a16="http://schemas.microsoft.com/office/drawing/2014/main" id="{826B5610-CD31-429E-9CCA-36A7CCE719E6}"/>
              </a:ext>
            </a:extLst>
          </p:cNvPr>
          <p:cNvSpPr/>
          <p:nvPr/>
        </p:nvSpPr>
        <p:spPr>
          <a:xfrm>
            <a:off x="4853178" y="3183057"/>
            <a:ext cx="687600" cy="687600"/>
          </a:xfrm>
          <a:prstGeom prst="ellipse">
            <a:avLst/>
          </a:prstGeom>
          <a:solidFill>
            <a:schemeClr val="accent1">
              <a:lumMod val="60000"/>
              <a:lumOff val="40000"/>
            </a:schemeClr>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94" name="Oval 93">
            <a:extLst>
              <a:ext uri="{FF2B5EF4-FFF2-40B4-BE49-F238E27FC236}">
                <a16:creationId xmlns:a16="http://schemas.microsoft.com/office/drawing/2014/main" id="{F6C89B04-125A-42DE-B209-7894B36D8810}"/>
              </a:ext>
            </a:extLst>
          </p:cNvPr>
          <p:cNvSpPr/>
          <p:nvPr/>
        </p:nvSpPr>
        <p:spPr>
          <a:xfrm>
            <a:off x="1584632" y="4265112"/>
            <a:ext cx="687600" cy="687600"/>
          </a:xfrm>
          <a:prstGeom prst="ellipse">
            <a:avLst/>
          </a:prstGeom>
          <a:solidFill>
            <a:schemeClr val="accent6">
              <a:lumMod val="50000"/>
            </a:schemeClr>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95" name="Rectangle 94">
            <a:extLst>
              <a:ext uri="{FF2B5EF4-FFF2-40B4-BE49-F238E27FC236}">
                <a16:creationId xmlns:a16="http://schemas.microsoft.com/office/drawing/2014/main" id="{378FE9BD-1DC5-43E9-A03D-F0CAFBA9F6EB}"/>
              </a:ext>
            </a:extLst>
          </p:cNvPr>
          <p:cNvSpPr/>
          <p:nvPr/>
        </p:nvSpPr>
        <p:spPr>
          <a:xfrm>
            <a:off x="4622327" y="2627580"/>
            <a:ext cx="1651536" cy="461665"/>
          </a:xfrm>
          <a:prstGeom prst="rect">
            <a:avLst/>
          </a:prstGeom>
        </p:spPr>
        <p:txBody>
          <a:bodyPr wrap="square">
            <a:spAutoFit/>
          </a:bodyPr>
          <a:lstStyle/>
          <a:p>
            <a:r>
              <a:rPr lang="en-GB" sz="1200" b="1" dirty="0">
                <a:solidFill>
                  <a:schemeClr val="bg1"/>
                </a:solidFill>
                <a:latin typeface="Arial" panose="020B0604020202020204" pitchFamily="34" charset="0"/>
                <a:cs typeface="Arial" panose="020B0604020202020204" pitchFamily="34" charset="0"/>
              </a:rPr>
              <a:t>Supply Chain </a:t>
            </a:r>
          </a:p>
          <a:p>
            <a:r>
              <a:rPr lang="en-GB" sz="1200" b="1" dirty="0">
                <a:solidFill>
                  <a:schemeClr val="bg1"/>
                </a:solidFill>
                <a:latin typeface="Arial" panose="020B0604020202020204" pitchFamily="34" charset="0"/>
                <a:cs typeface="Arial" panose="020B0604020202020204" pitchFamily="34" charset="0"/>
              </a:rPr>
              <a:t>Performance</a:t>
            </a:r>
            <a:endParaRPr lang="en-US" sz="1200" b="1" dirty="0">
              <a:solidFill>
                <a:schemeClr val="bg1"/>
              </a:solidFill>
              <a:latin typeface="Arial" panose="020B0604020202020204" pitchFamily="34" charset="0"/>
              <a:cs typeface="Arial" panose="020B0604020202020204" pitchFamily="34" charset="0"/>
            </a:endParaRPr>
          </a:p>
        </p:txBody>
      </p:sp>
      <p:sp>
        <p:nvSpPr>
          <p:cNvPr id="96" name="Oval 95">
            <a:extLst>
              <a:ext uri="{FF2B5EF4-FFF2-40B4-BE49-F238E27FC236}">
                <a16:creationId xmlns:a16="http://schemas.microsoft.com/office/drawing/2014/main" id="{63F583BF-6E04-430D-A1D7-49E228406298}"/>
              </a:ext>
            </a:extLst>
          </p:cNvPr>
          <p:cNvSpPr/>
          <p:nvPr/>
        </p:nvSpPr>
        <p:spPr>
          <a:xfrm>
            <a:off x="3385797" y="2141059"/>
            <a:ext cx="687399" cy="687399"/>
          </a:xfrm>
          <a:prstGeom prst="ellipse">
            <a:avLst/>
          </a:prstGeom>
          <a:gradFill flip="none" rotWithShape="1">
            <a:gsLst>
              <a:gs pos="0">
                <a:schemeClr val="accent3">
                  <a:shade val="30000"/>
                  <a:satMod val="115000"/>
                </a:schemeClr>
              </a:gs>
              <a:gs pos="50000">
                <a:schemeClr val="accent3">
                  <a:shade val="67500"/>
                  <a:satMod val="115000"/>
                </a:schemeClr>
              </a:gs>
              <a:gs pos="100000">
                <a:schemeClr val="accent3">
                  <a:shade val="100000"/>
                  <a:satMod val="115000"/>
                </a:schemeClr>
              </a:gs>
            </a:gsLst>
            <a:lin ang="2700000" scaled="1"/>
            <a:tileRect/>
          </a:gra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97" name="Picture 96">
            <a:hlinkClick r:id="rId4" action="ppaction://hlinksldjump"/>
            <a:extLst>
              <a:ext uri="{FF2B5EF4-FFF2-40B4-BE49-F238E27FC236}">
                <a16:creationId xmlns:a16="http://schemas.microsoft.com/office/drawing/2014/main" id="{829C4742-9499-4068-85F3-C6DB61CF68D9}"/>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716230" y="5377075"/>
            <a:ext cx="375899" cy="326355"/>
          </a:xfrm>
          <a:prstGeom prst="rect">
            <a:avLst/>
          </a:prstGeom>
        </p:spPr>
      </p:pic>
      <p:pic>
        <p:nvPicPr>
          <p:cNvPr id="98" name="Picture 97">
            <a:extLst>
              <a:ext uri="{FF2B5EF4-FFF2-40B4-BE49-F238E27FC236}">
                <a16:creationId xmlns:a16="http://schemas.microsoft.com/office/drawing/2014/main" id="{EA5F8950-FF42-4652-921A-F0E190C932D8}"/>
              </a:ext>
            </a:extLst>
          </p:cNvPr>
          <p:cNvPicPr>
            <a:picLocks noChangeAspect="1"/>
          </p:cNvPicPr>
          <p:nvPr/>
        </p:nvPicPr>
        <p:blipFill>
          <a:blip r:embed="rId6">
            <a:biLevel thresh="25000"/>
            <a:extLst>
              <a:ext uri="{28A0092B-C50C-407E-A947-70E740481C1C}">
                <a14:useLocalDpi xmlns:a14="http://schemas.microsoft.com/office/drawing/2010/main" val="0"/>
              </a:ext>
            </a:extLst>
          </a:blip>
          <a:stretch>
            <a:fillRect/>
          </a:stretch>
        </p:blipFill>
        <p:spPr>
          <a:xfrm>
            <a:off x="595695" y="5274047"/>
            <a:ext cx="605157" cy="566677"/>
          </a:xfrm>
          <a:prstGeom prst="rect">
            <a:avLst/>
          </a:prstGeom>
        </p:spPr>
      </p:pic>
      <p:pic>
        <p:nvPicPr>
          <p:cNvPr id="99" name="Picture 98">
            <a:extLst>
              <a:ext uri="{FF2B5EF4-FFF2-40B4-BE49-F238E27FC236}">
                <a16:creationId xmlns:a16="http://schemas.microsoft.com/office/drawing/2014/main" id="{020F104D-F13B-4FED-94A4-9AE734B5F727}"/>
              </a:ext>
            </a:extLst>
          </p:cNvPr>
          <p:cNvPicPr>
            <a:picLocks noChangeAspect="1"/>
          </p:cNvPicPr>
          <p:nvPr/>
        </p:nvPicPr>
        <p:blipFill>
          <a:blip r:embed="rId7">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751893" y="4380453"/>
            <a:ext cx="425544" cy="420816"/>
          </a:xfrm>
          <a:prstGeom prst="rect">
            <a:avLst/>
          </a:prstGeom>
        </p:spPr>
      </p:pic>
      <p:pic>
        <p:nvPicPr>
          <p:cNvPr id="100" name="Picture 99">
            <a:extLst>
              <a:ext uri="{FF2B5EF4-FFF2-40B4-BE49-F238E27FC236}">
                <a16:creationId xmlns:a16="http://schemas.microsoft.com/office/drawing/2014/main" id="{9D20D840-4C74-4088-A978-9F2C557CC46D}"/>
              </a:ext>
            </a:extLst>
          </p:cNvPr>
          <p:cNvPicPr>
            <a:picLocks noChangeAspect="1"/>
          </p:cNvPicPr>
          <p:nvPr/>
        </p:nvPicPr>
        <p:blipFill>
          <a:blip r:embed="rId8">
            <a:biLevel thresh="25000"/>
            <a:extLst>
              <a:ext uri="{28A0092B-C50C-407E-A947-70E740481C1C}">
                <a14:useLocalDpi xmlns:a14="http://schemas.microsoft.com/office/drawing/2010/main" val="0"/>
              </a:ext>
            </a:extLst>
          </a:blip>
          <a:stretch>
            <a:fillRect/>
          </a:stretch>
        </p:blipFill>
        <p:spPr>
          <a:xfrm>
            <a:off x="3551854" y="2302890"/>
            <a:ext cx="401967" cy="349453"/>
          </a:xfrm>
          <a:prstGeom prst="rect">
            <a:avLst/>
          </a:prstGeom>
        </p:spPr>
      </p:pic>
      <p:pic>
        <p:nvPicPr>
          <p:cNvPr id="101" name="Picture 100">
            <a:extLst>
              <a:ext uri="{FF2B5EF4-FFF2-40B4-BE49-F238E27FC236}">
                <a16:creationId xmlns:a16="http://schemas.microsoft.com/office/drawing/2014/main" id="{E54E92B9-F2B4-49A8-AAE3-A7B6AED0E7BE}"/>
              </a:ext>
            </a:extLst>
          </p:cNvPr>
          <p:cNvPicPr>
            <a:picLocks noChangeAspect="1"/>
          </p:cNvPicPr>
          <p:nvPr/>
        </p:nvPicPr>
        <p:blipFill>
          <a:blip r:embed="rId9">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666310" y="3327413"/>
            <a:ext cx="387691" cy="387691"/>
          </a:xfrm>
          <a:prstGeom prst="rect">
            <a:avLst/>
          </a:prstGeom>
        </p:spPr>
      </p:pic>
      <p:pic>
        <p:nvPicPr>
          <p:cNvPr id="102" name="Picture 101">
            <a:extLst>
              <a:ext uri="{FF2B5EF4-FFF2-40B4-BE49-F238E27FC236}">
                <a16:creationId xmlns:a16="http://schemas.microsoft.com/office/drawing/2014/main" id="{944F499B-F863-4762-9F72-3F2C2CA824CE}"/>
              </a:ext>
            </a:extLst>
          </p:cNvPr>
          <p:cNvPicPr>
            <a:picLocks noChangeAspect="1"/>
          </p:cNvPicPr>
          <p:nvPr/>
        </p:nvPicPr>
        <p:blipFill>
          <a:blip r:embed="rId10">
            <a:lum bright="70000" contrast="-70000"/>
            <a:extLst>
              <a:ext uri="{28A0092B-C50C-407E-A947-70E740481C1C}">
                <a14:useLocalDpi xmlns:a14="http://schemas.microsoft.com/office/drawing/2010/main" val="0"/>
              </a:ext>
            </a:extLst>
          </a:blip>
          <a:stretch>
            <a:fillRect/>
          </a:stretch>
        </p:blipFill>
        <p:spPr>
          <a:xfrm>
            <a:off x="6028624" y="2380693"/>
            <a:ext cx="370135" cy="370135"/>
          </a:xfrm>
          <a:prstGeom prst="rect">
            <a:avLst/>
          </a:prstGeom>
        </p:spPr>
      </p:pic>
      <p:sp>
        <p:nvSpPr>
          <p:cNvPr id="104" name="Rectangle 103">
            <a:extLst>
              <a:ext uri="{FF2B5EF4-FFF2-40B4-BE49-F238E27FC236}">
                <a16:creationId xmlns:a16="http://schemas.microsoft.com/office/drawing/2014/main" id="{B0D3313A-371D-426C-9517-B51B5954C47C}"/>
              </a:ext>
            </a:extLst>
          </p:cNvPr>
          <p:cNvSpPr/>
          <p:nvPr/>
        </p:nvSpPr>
        <p:spPr>
          <a:xfrm>
            <a:off x="5931568" y="3206044"/>
            <a:ext cx="1361039" cy="1942533"/>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900" u="sng" dirty="0">
              <a:solidFill>
                <a:schemeClr val="tx1">
                  <a:lumMod val="90000"/>
                  <a:lumOff val="10000"/>
                </a:schemeClr>
              </a:solidFill>
              <a:latin typeface="Arial" panose="020B0604020202020204" pitchFamily="34" charset="0"/>
              <a:cs typeface="Arial" panose="020B0604020202020204" pitchFamily="34" charset="0"/>
            </a:endParaRPr>
          </a:p>
          <a:p>
            <a:pPr algn="ctr"/>
            <a:r>
              <a:rPr lang="en-GB" sz="900" b="1" u="sng" dirty="0">
                <a:solidFill>
                  <a:schemeClr val="tx1">
                    <a:lumMod val="90000"/>
                    <a:lumOff val="10000"/>
                  </a:schemeClr>
                </a:solidFill>
                <a:latin typeface="Arial" panose="020B0604020202020204" pitchFamily="34" charset="0"/>
                <a:cs typeface="Arial" panose="020B0604020202020204" pitchFamily="34" charset="0"/>
              </a:rPr>
              <a:t>Operations</a:t>
            </a:r>
          </a:p>
          <a:p>
            <a:pPr algn="ctr"/>
            <a:r>
              <a:rPr lang="en-GB" sz="900" dirty="0">
                <a:solidFill>
                  <a:schemeClr val="tx1">
                    <a:lumMod val="90000"/>
                    <a:lumOff val="10000"/>
                  </a:schemeClr>
                </a:solidFill>
                <a:latin typeface="Arial" panose="020B0604020202020204" pitchFamily="34" charset="0"/>
                <a:cs typeface="Arial" panose="020B0604020202020204" pitchFamily="34" charset="0"/>
              </a:rPr>
              <a:t>Ibrahim Khalifa</a:t>
            </a:r>
          </a:p>
          <a:p>
            <a:pPr algn="ctr"/>
            <a:r>
              <a:rPr lang="en-GB" sz="900" dirty="0">
                <a:solidFill>
                  <a:schemeClr val="tx1">
                    <a:lumMod val="90000"/>
                    <a:lumOff val="10000"/>
                  </a:schemeClr>
                </a:solidFill>
                <a:latin typeface="Arial" panose="020B0604020202020204" pitchFamily="34" charset="0"/>
                <a:cs typeface="Arial" panose="020B0604020202020204" pitchFamily="34" charset="0"/>
              </a:rPr>
              <a:t>Collette Lynch</a:t>
            </a:r>
          </a:p>
          <a:p>
            <a:pPr algn="ctr"/>
            <a:r>
              <a:rPr lang="en-GB" sz="900" dirty="0">
                <a:solidFill>
                  <a:schemeClr val="tx1"/>
                </a:solidFill>
                <a:latin typeface="Arial" panose="020B0604020202020204" pitchFamily="34" charset="0"/>
                <a:cs typeface="Arial" panose="020B0604020202020204" pitchFamily="34" charset="0"/>
              </a:rPr>
              <a:t>Christopher Pile</a:t>
            </a:r>
          </a:p>
          <a:p>
            <a:pPr algn="ctr"/>
            <a:r>
              <a:rPr lang="en-GB" sz="900" dirty="0">
                <a:solidFill>
                  <a:schemeClr val="tx1">
                    <a:lumMod val="90000"/>
                    <a:lumOff val="10000"/>
                  </a:schemeClr>
                </a:solidFill>
                <a:latin typeface="Arial" panose="020B0604020202020204" pitchFamily="34" charset="0"/>
                <a:cs typeface="Arial" panose="020B0604020202020204" pitchFamily="34" charset="0"/>
              </a:rPr>
              <a:t>Sukhjit Singh</a:t>
            </a:r>
          </a:p>
          <a:p>
            <a:pPr algn="ctr"/>
            <a:endParaRPr lang="en-GB" sz="900" dirty="0">
              <a:solidFill>
                <a:schemeClr val="tx1">
                  <a:lumMod val="90000"/>
                  <a:lumOff val="10000"/>
                </a:schemeClr>
              </a:solidFill>
              <a:latin typeface="Arial" panose="020B0604020202020204" pitchFamily="34" charset="0"/>
              <a:cs typeface="Arial" panose="020B0604020202020204" pitchFamily="34" charset="0"/>
            </a:endParaRPr>
          </a:p>
          <a:p>
            <a:pPr algn="ctr"/>
            <a:r>
              <a:rPr lang="en-GB" sz="900" b="1" u="sng" dirty="0">
                <a:solidFill>
                  <a:schemeClr val="tx1"/>
                </a:solidFill>
                <a:latin typeface="Arial" panose="020B0604020202020204" pitchFamily="34" charset="0"/>
                <a:cs typeface="Arial" panose="020B0604020202020204" pitchFamily="34" charset="0"/>
              </a:rPr>
              <a:t>Engineering</a:t>
            </a:r>
          </a:p>
          <a:p>
            <a:pPr algn="ctr"/>
            <a:r>
              <a:rPr lang="en-GB" sz="900" dirty="0">
                <a:solidFill>
                  <a:schemeClr val="tx1">
                    <a:lumMod val="90000"/>
                    <a:lumOff val="10000"/>
                  </a:schemeClr>
                </a:solidFill>
                <a:latin typeface="Arial" panose="020B0604020202020204" pitchFamily="34" charset="0"/>
                <a:cs typeface="Arial" panose="020B0604020202020204" pitchFamily="34" charset="0"/>
              </a:rPr>
              <a:t>James Burke</a:t>
            </a:r>
          </a:p>
          <a:p>
            <a:pPr algn="ctr"/>
            <a:r>
              <a:rPr lang="en-GB" sz="900" dirty="0">
                <a:solidFill>
                  <a:schemeClr val="tx1">
                    <a:lumMod val="90000"/>
                    <a:lumOff val="10000"/>
                  </a:schemeClr>
                </a:solidFill>
                <a:latin typeface="Arial" panose="020B0604020202020204" pitchFamily="34" charset="0"/>
                <a:cs typeface="Arial" panose="020B0604020202020204" pitchFamily="34" charset="0"/>
              </a:rPr>
              <a:t>Carl Evans</a:t>
            </a:r>
          </a:p>
          <a:p>
            <a:pPr algn="ctr"/>
            <a:r>
              <a:rPr lang="en-GB" sz="900" dirty="0">
                <a:solidFill>
                  <a:schemeClr val="tx1">
                    <a:lumMod val="90000"/>
                    <a:lumOff val="10000"/>
                  </a:schemeClr>
                </a:solidFill>
                <a:latin typeface="Arial" panose="020B0604020202020204" pitchFamily="34" charset="0"/>
                <a:cs typeface="Arial" panose="020B0604020202020204" pitchFamily="34" charset="0"/>
              </a:rPr>
              <a:t>Sarah Parker</a:t>
            </a:r>
          </a:p>
          <a:p>
            <a:pPr algn="ctr"/>
            <a:r>
              <a:rPr lang="en-GB" sz="900" dirty="0">
                <a:solidFill>
                  <a:schemeClr val="tx1">
                    <a:lumMod val="90000"/>
                    <a:lumOff val="10000"/>
                  </a:schemeClr>
                </a:solidFill>
                <a:latin typeface="Arial" panose="020B0604020202020204" pitchFamily="34" charset="0"/>
                <a:cs typeface="Arial" panose="020B0604020202020204" pitchFamily="34" charset="0"/>
              </a:rPr>
              <a:t>Keith Smith</a:t>
            </a:r>
          </a:p>
          <a:p>
            <a:pPr algn="ctr"/>
            <a:r>
              <a:rPr lang="en-GB" sz="900" dirty="0">
                <a:solidFill>
                  <a:schemeClr val="tx1">
                    <a:lumMod val="90000"/>
                    <a:lumOff val="10000"/>
                  </a:schemeClr>
                </a:solidFill>
                <a:latin typeface="Arial" panose="020B0604020202020204" pitchFamily="34" charset="0"/>
                <a:cs typeface="Arial" panose="020B0604020202020204" pitchFamily="34" charset="0"/>
              </a:rPr>
              <a:t>Ian Wilson</a:t>
            </a:r>
          </a:p>
          <a:p>
            <a:pPr algn="ctr"/>
            <a:endParaRPr lang="en-GB" sz="900" dirty="0">
              <a:solidFill>
                <a:schemeClr val="tx1">
                  <a:lumMod val="90000"/>
                  <a:lumOff val="10000"/>
                </a:schemeClr>
              </a:solidFill>
              <a:latin typeface="Arial" panose="020B0604020202020204" pitchFamily="34" charset="0"/>
              <a:cs typeface="Arial" panose="020B0604020202020204" pitchFamily="34" charset="0"/>
            </a:endParaRPr>
          </a:p>
          <a:p>
            <a:pPr algn="ctr"/>
            <a:endParaRPr lang="en-GB" sz="900" dirty="0">
              <a:solidFill>
                <a:schemeClr val="tx1"/>
              </a:solidFill>
              <a:latin typeface="Arial" panose="020B0604020202020204" pitchFamily="34" charset="0"/>
              <a:cs typeface="Arial" panose="020B0604020202020204" pitchFamily="34" charset="0"/>
            </a:endParaRPr>
          </a:p>
          <a:p>
            <a:pPr algn="ctr"/>
            <a:endParaRPr lang="en-GB" sz="900" dirty="0">
              <a:solidFill>
                <a:schemeClr val="tx1">
                  <a:lumMod val="90000"/>
                  <a:lumOff val="10000"/>
                </a:schemeClr>
              </a:solidFill>
              <a:latin typeface="Arial" panose="020B0604020202020204" pitchFamily="34" charset="0"/>
              <a:cs typeface="Arial" panose="020B0604020202020204" pitchFamily="34" charset="0"/>
            </a:endParaRPr>
          </a:p>
          <a:p>
            <a:pPr algn="ctr"/>
            <a:endParaRPr lang="en-GB" sz="900" i="1" u="sng" dirty="0">
              <a:solidFill>
                <a:schemeClr val="tx1">
                  <a:lumMod val="90000"/>
                  <a:lumOff val="10000"/>
                </a:schemeClr>
              </a:solidFill>
              <a:latin typeface="Arial" panose="020B0604020202020204" pitchFamily="34" charset="0"/>
              <a:cs typeface="Arial" panose="020B0604020202020204" pitchFamily="34" charset="0"/>
            </a:endParaRPr>
          </a:p>
          <a:p>
            <a:pPr algn="ctr"/>
            <a:endParaRPr lang="en-US" dirty="0">
              <a:solidFill>
                <a:schemeClr val="tx1"/>
              </a:solidFill>
            </a:endParaRPr>
          </a:p>
        </p:txBody>
      </p:sp>
      <p:sp>
        <p:nvSpPr>
          <p:cNvPr id="105" name="TextBox 104">
            <a:extLst>
              <a:ext uri="{FF2B5EF4-FFF2-40B4-BE49-F238E27FC236}">
                <a16:creationId xmlns:a16="http://schemas.microsoft.com/office/drawing/2014/main" id="{9E1CE589-3348-4C15-90AB-D1A940214734}"/>
              </a:ext>
            </a:extLst>
          </p:cNvPr>
          <p:cNvSpPr txBox="1"/>
          <p:nvPr/>
        </p:nvSpPr>
        <p:spPr>
          <a:xfrm>
            <a:off x="1449829" y="5404481"/>
            <a:ext cx="1152000" cy="784830"/>
          </a:xfrm>
          <a:prstGeom prst="rect">
            <a:avLst/>
          </a:prstGeom>
          <a:solidFill>
            <a:schemeClr val="accent6">
              <a:lumMod val="20000"/>
              <a:lumOff val="80000"/>
            </a:schemeClr>
          </a:solidFill>
        </p:spPr>
        <p:txBody>
          <a:bodyPr wrap="square" rtlCol="0">
            <a:spAutoFit/>
          </a:bodyPr>
          <a:lstStyle/>
          <a:p>
            <a:pPr algn="ctr"/>
            <a:endParaRPr lang="en-US" sz="900" dirty="0">
              <a:latin typeface="Arial" panose="020B0604020202020204" pitchFamily="34" charset="0"/>
              <a:cs typeface="Arial" panose="020B0604020202020204" pitchFamily="34" charset="0"/>
            </a:endParaRPr>
          </a:p>
          <a:p>
            <a:pPr algn="ctr"/>
            <a:r>
              <a:rPr lang="en-US" sz="900" dirty="0">
                <a:latin typeface="Arial" panose="020B0604020202020204" pitchFamily="34" charset="0"/>
                <a:cs typeface="Arial" panose="020B0604020202020204" pitchFamily="34" charset="0"/>
              </a:rPr>
              <a:t>Ian Smith</a:t>
            </a:r>
          </a:p>
          <a:p>
            <a:pPr algn="ctr"/>
            <a:r>
              <a:rPr lang="en-US" sz="900" dirty="0">
                <a:latin typeface="Arial" panose="020B0604020202020204" pitchFamily="34" charset="0"/>
                <a:cs typeface="Arial" panose="020B0604020202020204" pitchFamily="34" charset="0"/>
              </a:rPr>
              <a:t>Anthony Stokes</a:t>
            </a:r>
          </a:p>
          <a:p>
            <a:pPr algn="ctr"/>
            <a:r>
              <a:rPr lang="en-US" sz="900" dirty="0">
                <a:latin typeface="Arial" panose="020B0604020202020204" pitchFamily="34" charset="0"/>
                <a:cs typeface="Arial" panose="020B0604020202020204" pitchFamily="34" charset="0"/>
              </a:rPr>
              <a:t>Stephen Shaw</a:t>
            </a:r>
          </a:p>
          <a:p>
            <a:pPr algn="ctr"/>
            <a:endParaRPr lang="en-US" sz="900" dirty="0">
              <a:latin typeface="Arial" panose="020B0604020202020204" pitchFamily="34" charset="0"/>
              <a:cs typeface="Arial" panose="020B0604020202020204" pitchFamily="34" charset="0"/>
            </a:endParaRPr>
          </a:p>
        </p:txBody>
      </p:sp>
      <p:sp>
        <p:nvSpPr>
          <p:cNvPr id="106" name="Rectangle 105">
            <a:extLst>
              <a:ext uri="{FF2B5EF4-FFF2-40B4-BE49-F238E27FC236}">
                <a16:creationId xmlns:a16="http://schemas.microsoft.com/office/drawing/2014/main" id="{F2EFB79C-52AC-43CD-80A0-D67F228CC800}"/>
              </a:ext>
            </a:extLst>
          </p:cNvPr>
          <p:cNvSpPr/>
          <p:nvPr/>
        </p:nvSpPr>
        <p:spPr>
          <a:xfrm>
            <a:off x="5281855" y="1700471"/>
            <a:ext cx="1932050" cy="461665"/>
          </a:xfrm>
          <a:prstGeom prst="rect">
            <a:avLst/>
          </a:prstGeom>
        </p:spPr>
        <p:txBody>
          <a:bodyPr wrap="square">
            <a:spAutoFit/>
          </a:bodyPr>
          <a:lstStyle/>
          <a:p>
            <a:r>
              <a:rPr lang="en-GB" sz="1200" b="1">
                <a:solidFill>
                  <a:schemeClr val="bg1"/>
                </a:solidFill>
                <a:latin typeface="Arial" panose="020B0604020202020204" pitchFamily="34" charset="0"/>
                <a:cs typeface="Arial" panose="020B0604020202020204" pitchFamily="34" charset="0"/>
              </a:rPr>
              <a:t>New Business &amp; Siteworks</a:t>
            </a:r>
            <a:endParaRPr lang="en-US" sz="1200" b="1">
              <a:solidFill>
                <a:schemeClr val="bg1"/>
              </a:solidFill>
              <a:latin typeface="Arial" panose="020B0604020202020204" pitchFamily="34" charset="0"/>
              <a:cs typeface="Arial" panose="020B0604020202020204" pitchFamily="34" charset="0"/>
            </a:endParaRPr>
          </a:p>
        </p:txBody>
      </p:sp>
      <p:sp>
        <p:nvSpPr>
          <p:cNvPr id="107" name="Rectangle 106">
            <a:extLst>
              <a:ext uri="{FF2B5EF4-FFF2-40B4-BE49-F238E27FC236}">
                <a16:creationId xmlns:a16="http://schemas.microsoft.com/office/drawing/2014/main" id="{9C6256BE-C010-4CDA-BE8E-A8D574886AA7}"/>
              </a:ext>
            </a:extLst>
          </p:cNvPr>
          <p:cNvSpPr/>
          <p:nvPr/>
        </p:nvSpPr>
        <p:spPr>
          <a:xfrm>
            <a:off x="1032459" y="3707058"/>
            <a:ext cx="1375090" cy="461665"/>
          </a:xfrm>
          <a:prstGeom prst="rect">
            <a:avLst/>
          </a:prstGeom>
        </p:spPr>
        <p:txBody>
          <a:bodyPr wrap="square">
            <a:spAutoFit/>
          </a:bodyPr>
          <a:lstStyle/>
          <a:p>
            <a:r>
              <a:rPr lang="en-GB" sz="1200" b="1">
                <a:solidFill>
                  <a:schemeClr val="bg1"/>
                </a:solidFill>
                <a:latin typeface="Arial" panose="020B0604020202020204" pitchFamily="34" charset="0"/>
                <a:cs typeface="Arial" panose="020B0604020202020204" pitchFamily="34" charset="0"/>
              </a:rPr>
              <a:t>Asset Policy </a:t>
            </a:r>
          </a:p>
          <a:p>
            <a:r>
              <a:rPr lang="en-GB" sz="1200" b="1">
                <a:solidFill>
                  <a:schemeClr val="bg1"/>
                </a:solidFill>
                <a:latin typeface="Arial" panose="020B0604020202020204" pitchFamily="34" charset="0"/>
                <a:cs typeface="Arial" panose="020B0604020202020204" pitchFamily="34" charset="0"/>
              </a:rPr>
              <a:t> &amp; Strategy</a:t>
            </a:r>
            <a:endParaRPr lang="en-US" sz="1200" b="1">
              <a:solidFill>
                <a:schemeClr val="bg1"/>
              </a:solidFill>
              <a:latin typeface="Arial" panose="020B0604020202020204" pitchFamily="34" charset="0"/>
              <a:cs typeface="Arial" panose="020B0604020202020204" pitchFamily="34" charset="0"/>
            </a:endParaRPr>
          </a:p>
        </p:txBody>
      </p:sp>
      <p:sp>
        <p:nvSpPr>
          <p:cNvPr id="108" name="Rectangle 107">
            <a:extLst>
              <a:ext uri="{FF2B5EF4-FFF2-40B4-BE49-F238E27FC236}">
                <a16:creationId xmlns:a16="http://schemas.microsoft.com/office/drawing/2014/main" id="{E96AEEB9-190A-475C-A1AA-518802C231CF}"/>
              </a:ext>
            </a:extLst>
          </p:cNvPr>
          <p:cNvSpPr/>
          <p:nvPr/>
        </p:nvSpPr>
        <p:spPr>
          <a:xfrm>
            <a:off x="5682959" y="996826"/>
            <a:ext cx="1763557" cy="276999"/>
          </a:xfrm>
          <a:prstGeom prst="rect">
            <a:avLst/>
          </a:prstGeom>
        </p:spPr>
        <p:txBody>
          <a:bodyPr wrap="square">
            <a:spAutoFit/>
          </a:bodyPr>
          <a:lstStyle/>
          <a:p>
            <a:r>
              <a:rPr lang="en-GB" sz="1200" b="1" dirty="0">
                <a:solidFill>
                  <a:schemeClr val="bg1"/>
                </a:solidFill>
                <a:latin typeface="Arial" panose="020B0604020202020204" pitchFamily="34" charset="0"/>
                <a:cs typeface="Arial" panose="020B0604020202020204" pitchFamily="34" charset="0"/>
              </a:rPr>
              <a:t>Asset Support</a:t>
            </a:r>
            <a:endParaRPr lang="en-US" sz="1200" b="1" dirty="0">
              <a:solidFill>
                <a:schemeClr val="bg1"/>
              </a:solidFill>
              <a:latin typeface="Arial" panose="020B0604020202020204" pitchFamily="34" charset="0"/>
              <a:cs typeface="Arial" panose="020B0604020202020204" pitchFamily="34" charset="0"/>
            </a:endParaRPr>
          </a:p>
        </p:txBody>
      </p:sp>
      <p:cxnSp>
        <p:nvCxnSpPr>
          <p:cNvPr id="111" name="Straight Connector 110">
            <a:extLst>
              <a:ext uri="{FF2B5EF4-FFF2-40B4-BE49-F238E27FC236}">
                <a16:creationId xmlns:a16="http://schemas.microsoft.com/office/drawing/2014/main" id="{F521174F-9A36-4CDB-9D52-73E255177195}"/>
              </a:ext>
            </a:extLst>
          </p:cNvPr>
          <p:cNvCxnSpPr>
            <a:cxnSpLocks/>
          </p:cNvCxnSpPr>
          <p:nvPr/>
        </p:nvCxnSpPr>
        <p:spPr>
          <a:xfrm>
            <a:off x="899054" y="6416457"/>
            <a:ext cx="0" cy="684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1852DC8C-6B7B-40BD-9DFA-05FF17F6143C}"/>
              </a:ext>
            </a:extLst>
          </p:cNvPr>
          <p:cNvSpPr/>
          <p:nvPr/>
        </p:nvSpPr>
        <p:spPr>
          <a:xfrm>
            <a:off x="121284" y="4669348"/>
            <a:ext cx="2662314" cy="461665"/>
          </a:xfrm>
          <a:prstGeom prst="rect">
            <a:avLst/>
          </a:prstGeom>
        </p:spPr>
        <p:txBody>
          <a:bodyPr wrap="square">
            <a:spAutoFit/>
          </a:bodyPr>
          <a:lstStyle/>
          <a:p>
            <a:r>
              <a:rPr lang="en-GB" sz="1200" b="1">
                <a:solidFill>
                  <a:schemeClr val="bg1"/>
                </a:solidFill>
                <a:latin typeface="Arial" panose="020B0604020202020204" pitchFamily="34" charset="0"/>
                <a:cs typeface="Arial" panose="020B0604020202020204" pitchFamily="34" charset="0"/>
              </a:rPr>
              <a:t>Asset Lifecycle</a:t>
            </a:r>
          </a:p>
          <a:p>
            <a:r>
              <a:rPr lang="en-GB" sz="1200" b="1">
                <a:solidFill>
                  <a:schemeClr val="bg1"/>
                </a:solidFill>
                <a:latin typeface="Arial" panose="020B0604020202020204" pitchFamily="34" charset="0"/>
                <a:cs typeface="Arial" panose="020B0604020202020204" pitchFamily="34" charset="0"/>
              </a:rPr>
              <a:t> (end-to-end)</a:t>
            </a:r>
            <a:endParaRPr lang="en-US" sz="1200" b="1">
              <a:solidFill>
                <a:schemeClr val="bg1"/>
              </a:solidFill>
              <a:latin typeface="Arial" panose="020B0604020202020204" pitchFamily="34" charset="0"/>
              <a:cs typeface="Arial" panose="020B0604020202020204" pitchFamily="34" charset="0"/>
            </a:endParaRPr>
          </a:p>
        </p:txBody>
      </p:sp>
      <p:sp>
        <p:nvSpPr>
          <p:cNvPr id="117" name="Rectangle 116">
            <a:extLst>
              <a:ext uri="{FF2B5EF4-FFF2-40B4-BE49-F238E27FC236}">
                <a16:creationId xmlns:a16="http://schemas.microsoft.com/office/drawing/2014/main" id="{65EFF70A-D3B2-493F-BCBE-2EFDDC6AF7A0}"/>
              </a:ext>
            </a:extLst>
          </p:cNvPr>
          <p:cNvSpPr/>
          <p:nvPr/>
        </p:nvSpPr>
        <p:spPr>
          <a:xfrm>
            <a:off x="219478" y="6311579"/>
            <a:ext cx="1296000" cy="302400"/>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Vacancy</a:t>
            </a:r>
          </a:p>
        </p:txBody>
      </p:sp>
      <p:pic>
        <p:nvPicPr>
          <p:cNvPr id="5" name="Graphic 4" descr="Decision chart">
            <a:extLst>
              <a:ext uri="{FF2B5EF4-FFF2-40B4-BE49-F238E27FC236}">
                <a16:creationId xmlns:a16="http://schemas.microsoft.com/office/drawing/2014/main" id="{3D1DA3E7-9E70-4442-816A-23FC7B407A9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957022" y="3281968"/>
            <a:ext cx="457200" cy="457200"/>
          </a:xfrm>
          <a:prstGeom prst="rect">
            <a:avLst/>
          </a:prstGeom>
        </p:spPr>
      </p:pic>
      <p:sp>
        <p:nvSpPr>
          <p:cNvPr id="66" name="Oval 65">
            <a:extLst>
              <a:ext uri="{FF2B5EF4-FFF2-40B4-BE49-F238E27FC236}">
                <a16:creationId xmlns:a16="http://schemas.microsoft.com/office/drawing/2014/main" id="{3584A630-8F41-4891-A0F5-A52BAC0C7108}"/>
              </a:ext>
            </a:extLst>
          </p:cNvPr>
          <p:cNvSpPr/>
          <p:nvPr/>
        </p:nvSpPr>
        <p:spPr>
          <a:xfrm>
            <a:off x="8235109" y="1974679"/>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70" name="Oval 69">
            <a:extLst>
              <a:ext uri="{FF2B5EF4-FFF2-40B4-BE49-F238E27FC236}">
                <a16:creationId xmlns:a16="http://schemas.microsoft.com/office/drawing/2014/main" id="{DFE200AA-F627-4A38-ACF0-4DA9C5671E5C}"/>
              </a:ext>
            </a:extLst>
          </p:cNvPr>
          <p:cNvSpPr/>
          <p:nvPr/>
        </p:nvSpPr>
        <p:spPr>
          <a:xfrm>
            <a:off x="8311588" y="2051158"/>
            <a:ext cx="687399" cy="687399"/>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72" name="Picture 71">
            <a:extLst>
              <a:ext uri="{FF2B5EF4-FFF2-40B4-BE49-F238E27FC236}">
                <a16:creationId xmlns:a16="http://schemas.microsoft.com/office/drawing/2014/main" id="{A4F16433-857C-4221-9A71-F36372EAC9F8}"/>
              </a:ext>
            </a:extLst>
          </p:cNvPr>
          <p:cNvPicPr>
            <a:picLocks noChangeAspect="1"/>
          </p:cNvPicPr>
          <p:nvPr/>
        </p:nvPicPr>
        <p:blipFill>
          <a:blip r:embed="rId13"/>
          <a:stretch>
            <a:fillRect/>
          </a:stretch>
        </p:blipFill>
        <p:spPr>
          <a:xfrm>
            <a:off x="8315463" y="2156377"/>
            <a:ext cx="652329" cy="512108"/>
          </a:xfrm>
          <a:prstGeom prst="rect">
            <a:avLst/>
          </a:prstGeom>
        </p:spPr>
      </p:pic>
      <p:sp>
        <p:nvSpPr>
          <p:cNvPr id="103" name="Rectangle 102">
            <a:extLst>
              <a:ext uri="{FF2B5EF4-FFF2-40B4-BE49-F238E27FC236}">
                <a16:creationId xmlns:a16="http://schemas.microsoft.com/office/drawing/2014/main" id="{5A5BDBBE-EE3E-47BA-959B-628A7DD85E23}"/>
              </a:ext>
            </a:extLst>
          </p:cNvPr>
          <p:cNvSpPr/>
          <p:nvPr/>
        </p:nvSpPr>
        <p:spPr>
          <a:xfrm>
            <a:off x="7961876" y="2948492"/>
            <a:ext cx="1588518" cy="3712409"/>
          </a:xfrm>
          <a:prstGeom prst="rect">
            <a:avLst/>
          </a:prstGeom>
          <a:solidFill>
            <a:schemeClr val="accent4">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900">
              <a:solidFill>
                <a:schemeClr val="tx1"/>
              </a:solidFill>
              <a:latin typeface="Arial" panose="020B0604020202020204" pitchFamily="34" charset="0"/>
              <a:cs typeface="Arial" panose="020B0604020202020204" pitchFamily="34" charset="0"/>
            </a:endParaRPr>
          </a:p>
          <a:p>
            <a:pPr algn="ctr"/>
            <a:endParaRPr lang="en-GB" sz="900">
              <a:solidFill>
                <a:schemeClr val="tx1">
                  <a:lumMod val="90000"/>
                  <a:lumOff val="10000"/>
                </a:schemeClr>
              </a:solidFill>
              <a:latin typeface="Arial" panose="020B0604020202020204" pitchFamily="34" charset="0"/>
              <a:cs typeface="Arial" panose="020B0604020202020204" pitchFamily="34" charset="0"/>
            </a:endParaRPr>
          </a:p>
          <a:p>
            <a:pPr algn="ctr"/>
            <a:endParaRPr lang="en-GB" sz="900" i="1" u="sng">
              <a:solidFill>
                <a:schemeClr val="tx1">
                  <a:lumMod val="90000"/>
                  <a:lumOff val="10000"/>
                </a:schemeClr>
              </a:solidFill>
              <a:latin typeface="Arial" panose="020B0604020202020204" pitchFamily="34" charset="0"/>
              <a:cs typeface="Arial" panose="020B0604020202020204" pitchFamily="34" charset="0"/>
            </a:endParaRPr>
          </a:p>
          <a:p>
            <a:pPr algn="ctr"/>
            <a:endParaRPr lang="en-US">
              <a:solidFill>
                <a:schemeClr val="tx1"/>
              </a:solidFill>
            </a:endParaRPr>
          </a:p>
        </p:txBody>
      </p:sp>
      <p:sp>
        <p:nvSpPr>
          <p:cNvPr id="109" name="Rectangle 108">
            <a:extLst>
              <a:ext uri="{FF2B5EF4-FFF2-40B4-BE49-F238E27FC236}">
                <a16:creationId xmlns:a16="http://schemas.microsoft.com/office/drawing/2014/main" id="{D4C404DE-F073-4FB3-A879-35A1299FC5FB}"/>
              </a:ext>
            </a:extLst>
          </p:cNvPr>
          <p:cNvSpPr/>
          <p:nvPr/>
        </p:nvSpPr>
        <p:spPr>
          <a:xfrm>
            <a:off x="7961876" y="1462415"/>
            <a:ext cx="1911746" cy="461665"/>
          </a:xfrm>
          <a:prstGeom prst="rect">
            <a:avLst/>
          </a:prstGeom>
        </p:spPr>
        <p:txBody>
          <a:bodyPr wrap="square">
            <a:spAutoFit/>
          </a:bodyPr>
          <a:lstStyle/>
          <a:p>
            <a:r>
              <a:rPr lang="en-GB" sz="1200" b="1">
                <a:solidFill>
                  <a:schemeClr val="bg1"/>
                </a:solidFill>
                <a:latin typeface="Arial" panose="020B0604020202020204" pitchFamily="34" charset="0"/>
                <a:cs typeface="Arial" panose="020B0604020202020204" pitchFamily="34" charset="0"/>
              </a:rPr>
              <a:t>Supply Chain Logistics &amp; Recycling</a:t>
            </a:r>
            <a:endParaRPr lang="en-US" sz="1200" b="1">
              <a:solidFill>
                <a:schemeClr val="bg1"/>
              </a:solidFill>
              <a:latin typeface="Arial" panose="020B0604020202020204" pitchFamily="34" charset="0"/>
              <a:cs typeface="Arial" panose="020B0604020202020204" pitchFamily="34" charset="0"/>
            </a:endParaRPr>
          </a:p>
        </p:txBody>
      </p:sp>
      <p:sp>
        <p:nvSpPr>
          <p:cNvPr id="116" name="TextBox 115">
            <a:extLst>
              <a:ext uri="{FF2B5EF4-FFF2-40B4-BE49-F238E27FC236}">
                <a16:creationId xmlns:a16="http://schemas.microsoft.com/office/drawing/2014/main" id="{1B2A7463-A2B3-4683-967A-E1E5F58DEA31}"/>
              </a:ext>
            </a:extLst>
          </p:cNvPr>
          <p:cNvSpPr txBox="1"/>
          <p:nvPr/>
        </p:nvSpPr>
        <p:spPr>
          <a:xfrm>
            <a:off x="7970151" y="2903063"/>
            <a:ext cx="1581906" cy="3831818"/>
          </a:xfrm>
          <a:prstGeom prst="rect">
            <a:avLst/>
          </a:prstGeom>
          <a:noFill/>
        </p:spPr>
        <p:txBody>
          <a:bodyPr wrap="square" rtlCol="0">
            <a:spAutoFit/>
          </a:bodyPr>
          <a:lstStyle/>
          <a:p>
            <a:pPr algn="ctr"/>
            <a:r>
              <a:rPr lang="en-GB" sz="900" b="1" u="sng" dirty="0">
                <a:latin typeface="Arial" panose="020B0604020202020204" pitchFamily="34" charset="0"/>
                <a:cs typeface="Arial" panose="020B0604020202020204" pitchFamily="34" charset="0"/>
              </a:rPr>
              <a:t>Operations</a:t>
            </a:r>
          </a:p>
          <a:p>
            <a:pPr algn="ctr"/>
            <a:r>
              <a:rPr lang="en-GB" sz="900" dirty="0">
                <a:latin typeface="Arial" panose="020B0604020202020204" pitchFamily="34" charset="0"/>
                <a:cs typeface="Arial" panose="020B0604020202020204" pitchFamily="34" charset="0"/>
              </a:rPr>
              <a:t>Luke Barton</a:t>
            </a:r>
            <a:endParaRPr lang="en-GB" sz="900" u="sng" dirty="0">
              <a:latin typeface="Arial" panose="020B0604020202020204" pitchFamily="34" charset="0"/>
              <a:cs typeface="Arial" panose="020B0604020202020204" pitchFamily="34" charset="0"/>
            </a:endParaRPr>
          </a:p>
          <a:p>
            <a:pPr algn="ctr"/>
            <a:r>
              <a:rPr lang="en-GB" sz="900" dirty="0">
                <a:latin typeface="Arial" panose="020B0604020202020204" pitchFamily="34" charset="0"/>
                <a:cs typeface="Arial" panose="020B0604020202020204" pitchFamily="34" charset="0"/>
              </a:rPr>
              <a:t>Ricky Barton</a:t>
            </a:r>
          </a:p>
          <a:p>
            <a:pPr algn="ctr"/>
            <a:r>
              <a:rPr lang="en-GB" sz="900" dirty="0">
                <a:latin typeface="Arial" panose="020B0604020202020204" pitchFamily="34" charset="0"/>
                <a:cs typeface="Arial" panose="020B0604020202020204" pitchFamily="34" charset="0"/>
              </a:rPr>
              <a:t>Sam Clarke</a:t>
            </a:r>
          </a:p>
          <a:p>
            <a:pPr algn="ctr"/>
            <a:r>
              <a:rPr lang="en-GB" sz="900" dirty="0">
                <a:latin typeface="Arial" panose="020B0604020202020204" pitchFamily="34" charset="0"/>
                <a:cs typeface="Arial" panose="020B0604020202020204" pitchFamily="34" charset="0"/>
              </a:rPr>
              <a:t>Brian Davies</a:t>
            </a:r>
          </a:p>
          <a:p>
            <a:pPr algn="ctr"/>
            <a:r>
              <a:rPr lang="en-GB" sz="900" dirty="0">
                <a:latin typeface="Arial" panose="020B0604020202020204" pitchFamily="34" charset="0"/>
                <a:cs typeface="Arial" panose="020B0604020202020204" pitchFamily="34" charset="0"/>
              </a:rPr>
              <a:t>Paul Deakin</a:t>
            </a:r>
          </a:p>
          <a:p>
            <a:pPr algn="ctr"/>
            <a:r>
              <a:rPr lang="en-GB" sz="900" dirty="0">
                <a:latin typeface="Arial" panose="020B0604020202020204" pitchFamily="34" charset="0"/>
                <a:cs typeface="Arial" panose="020B0604020202020204" pitchFamily="34" charset="0"/>
              </a:rPr>
              <a:t>Neville Felton</a:t>
            </a:r>
          </a:p>
          <a:p>
            <a:pPr algn="ctr"/>
            <a:r>
              <a:rPr lang="en-GB" sz="900" dirty="0">
                <a:latin typeface="Arial" panose="020B0604020202020204" pitchFamily="34" charset="0"/>
                <a:cs typeface="Arial" panose="020B0604020202020204" pitchFamily="34" charset="0"/>
              </a:rPr>
              <a:t>Matt Frost </a:t>
            </a:r>
          </a:p>
          <a:p>
            <a:pPr algn="ctr"/>
            <a:r>
              <a:rPr lang="en-GB" sz="900" dirty="0">
                <a:latin typeface="Arial" panose="020B0604020202020204" pitchFamily="34" charset="0"/>
                <a:cs typeface="Arial" panose="020B0604020202020204" pitchFamily="34" charset="0"/>
              </a:rPr>
              <a:t>Jack Hartland</a:t>
            </a:r>
          </a:p>
          <a:p>
            <a:pPr algn="ctr"/>
            <a:r>
              <a:rPr lang="en-GB" sz="900" dirty="0">
                <a:latin typeface="Arial" panose="020B0604020202020204" pitchFamily="34" charset="0"/>
                <a:cs typeface="Arial" panose="020B0604020202020204" pitchFamily="34" charset="0"/>
              </a:rPr>
              <a:t>Aidan Hearfield </a:t>
            </a:r>
          </a:p>
          <a:p>
            <a:pPr algn="ctr"/>
            <a:r>
              <a:rPr lang="en-GB" sz="900" dirty="0">
                <a:latin typeface="Arial" panose="020B0604020202020204" pitchFamily="34" charset="0"/>
                <a:cs typeface="Arial" panose="020B0604020202020204" pitchFamily="34" charset="0"/>
              </a:rPr>
              <a:t>Sam Hobson</a:t>
            </a:r>
          </a:p>
          <a:p>
            <a:pPr algn="ctr"/>
            <a:r>
              <a:rPr lang="en-GB" sz="900" dirty="0">
                <a:latin typeface="Arial" panose="020B0604020202020204" pitchFamily="34" charset="0"/>
                <a:cs typeface="Arial" panose="020B0604020202020204" pitchFamily="34" charset="0"/>
              </a:rPr>
              <a:t>Mahmud Hussain</a:t>
            </a:r>
          </a:p>
          <a:p>
            <a:pPr algn="ctr"/>
            <a:r>
              <a:rPr lang="en-GB" sz="900" dirty="0">
                <a:latin typeface="Arial" panose="020B0604020202020204" pitchFamily="34" charset="0"/>
                <a:cs typeface="Arial" panose="020B0604020202020204" pitchFamily="34" charset="0"/>
              </a:rPr>
              <a:t>Karen Kang </a:t>
            </a:r>
          </a:p>
          <a:p>
            <a:pPr algn="ctr"/>
            <a:r>
              <a:rPr lang="en-GB" sz="900" dirty="0">
                <a:latin typeface="Arial" panose="020B0604020202020204" pitchFamily="34" charset="0"/>
                <a:cs typeface="Arial" panose="020B0604020202020204" pitchFamily="34" charset="0"/>
              </a:rPr>
              <a:t>Clive Knighton</a:t>
            </a:r>
          </a:p>
          <a:p>
            <a:pPr algn="ctr"/>
            <a:r>
              <a:rPr lang="en-GB" sz="900" dirty="0">
                <a:latin typeface="Arial" panose="020B0604020202020204" pitchFamily="34" charset="0"/>
                <a:cs typeface="Arial" panose="020B0604020202020204" pitchFamily="34" charset="0"/>
              </a:rPr>
              <a:t>Stuart Pinfold</a:t>
            </a:r>
          </a:p>
          <a:p>
            <a:pPr algn="ctr"/>
            <a:r>
              <a:rPr lang="en-GB" sz="900" dirty="0">
                <a:latin typeface="Arial" panose="020B0604020202020204" pitchFamily="34" charset="0"/>
                <a:cs typeface="Arial" panose="020B0604020202020204" pitchFamily="34" charset="0"/>
              </a:rPr>
              <a:t>Anthony Sheehan</a:t>
            </a:r>
          </a:p>
          <a:p>
            <a:pPr algn="ctr"/>
            <a:r>
              <a:rPr lang="en-GB" sz="900" dirty="0">
                <a:latin typeface="Arial" panose="020B0604020202020204" pitchFamily="34" charset="0"/>
                <a:cs typeface="Arial" panose="020B0604020202020204" pitchFamily="34" charset="0"/>
              </a:rPr>
              <a:t>Graham White</a:t>
            </a:r>
          </a:p>
          <a:p>
            <a:pPr algn="ctr"/>
            <a:r>
              <a:rPr lang="en-GB" sz="900" dirty="0">
                <a:latin typeface="Arial" panose="020B0604020202020204" pitchFamily="34" charset="0"/>
                <a:cs typeface="Arial" panose="020B0604020202020204" pitchFamily="34" charset="0"/>
              </a:rPr>
              <a:t>Vacancy x 3</a:t>
            </a:r>
          </a:p>
          <a:p>
            <a:pPr algn="ctr"/>
            <a:endParaRPr lang="en-GB" sz="900" dirty="0">
              <a:latin typeface="Arial" panose="020B0604020202020204" pitchFamily="34" charset="0"/>
              <a:cs typeface="Arial" panose="020B0604020202020204" pitchFamily="34" charset="0"/>
            </a:endParaRPr>
          </a:p>
          <a:p>
            <a:pPr algn="ctr"/>
            <a:r>
              <a:rPr lang="en-GB" sz="900" b="1" u="sng" dirty="0">
                <a:latin typeface="Arial" panose="020B0604020202020204" pitchFamily="34" charset="0"/>
                <a:cs typeface="Arial" panose="020B0604020202020204" pitchFamily="34" charset="0"/>
              </a:rPr>
              <a:t>Back office Support </a:t>
            </a:r>
          </a:p>
          <a:p>
            <a:pPr algn="ctr"/>
            <a:r>
              <a:rPr lang="en-GB" sz="900" dirty="0">
                <a:latin typeface="Arial" panose="020B0604020202020204" pitchFamily="34" charset="0"/>
                <a:cs typeface="Arial" panose="020B0604020202020204" pitchFamily="34" charset="0"/>
              </a:rPr>
              <a:t>Janet Coombs</a:t>
            </a:r>
          </a:p>
          <a:p>
            <a:pPr algn="ctr"/>
            <a:r>
              <a:rPr lang="en-GB" sz="900" dirty="0">
                <a:latin typeface="Arial" panose="020B0604020202020204" pitchFamily="34" charset="0"/>
                <a:cs typeface="Arial" panose="020B0604020202020204" pitchFamily="34" charset="0"/>
              </a:rPr>
              <a:t>Alesha Spence</a:t>
            </a:r>
          </a:p>
          <a:p>
            <a:pPr algn="ctr"/>
            <a:r>
              <a:rPr lang="en-GB" sz="900" dirty="0">
                <a:latin typeface="Arial" panose="020B0604020202020204" pitchFamily="34" charset="0"/>
                <a:cs typeface="Arial" panose="020B0604020202020204" pitchFamily="34" charset="0"/>
              </a:rPr>
              <a:t>Bev </a:t>
            </a:r>
            <a:r>
              <a:rPr lang="en-GB" sz="900" dirty="0" err="1">
                <a:latin typeface="Arial" panose="020B0604020202020204" pitchFamily="34" charset="0"/>
                <a:cs typeface="Arial" panose="020B0604020202020204" pitchFamily="34" charset="0"/>
              </a:rPr>
              <a:t>Surman</a:t>
            </a:r>
            <a:r>
              <a:rPr lang="en-GB" sz="900" dirty="0">
                <a:latin typeface="Arial" panose="020B0604020202020204" pitchFamily="34" charset="0"/>
                <a:cs typeface="Arial" panose="020B0604020202020204" pitchFamily="34" charset="0"/>
              </a:rPr>
              <a:t> </a:t>
            </a:r>
          </a:p>
          <a:p>
            <a:pPr algn="ctr"/>
            <a:endParaRPr lang="en-GB" sz="900" dirty="0">
              <a:latin typeface="Arial" panose="020B0604020202020204" pitchFamily="34" charset="0"/>
              <a:cs typeface="Arial" panose="020B0604020202020204" pitchFamily="34" charset="0"/>
            </a:endParaRPr>
          </a:p>
          <a:p>
            <a:pPr algn="ctr"/>
            <a:r>
              <a:rPr lang="en-GB" sz="900" b="1" u="sng" dirty="0">
                <a:latin typeface="Arial" panose="020B0604020202020204" pitchFamily="34" charset="0"/>
                <a:cs typeface="Arial" panose="020B0604020202020204" pitchFamily="34" charset="0"/>
              </a:rPr>
              <a:t>Inventory</a:t>
            </a:r>
          </a:p>
          <a:p>
            <a:pPr algn="ctr"/>
            <a:r>
              <a:rPr lang="en-GB" sz="900" dirty="0">
                <a:latin typeface="Arial" panose="020B0604020202020204" pitchFamily="34" charset="0"/>
                <a:cs typeface="Arial" panose="020B0604020202020204" pitchFamily="34" charset="0"/>
              </a:rPr>
              <a:t>DHL Staff x 2</a:t>
            </a:r>
          </a:p>
          <a:p>
            <a:pPr algn="ctr"/>
            <a:r>
              <a:rPr lang="en-GB" sz="900" dirty="0">
                <a:latin typeface="Arial" panose="020B0604020202020204" pitchFamily="34" charset="0"/>
                <a:cs typeface="Arial" panose="020B0604020202020204" pitchFamily="34" charset="0"/>
              </a:rPr>
              <a:t>Vacancy</a:t>
            </a:r>
          </a:p>
        </p:txBody>
      </p:sp>
    </p:spTree>
    <p:extLst>
      <p:ext uri="{BB962C8B-B14F-4D97-AF65-F5344CB8AC3E}">
        <p14:creationId xmlns:p14="http://schemas.microsoft.com/office/powerpoint/2010/main" val="3932964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 name="Straight Connector 40">
            <a:extLst>
              <a:ext uri="{FF2B5EF4-FFF2-40B4-BE49-F238E27FC236}">
                <a16:creationId xmlns:a16="http://schemas.microsoft.com/office/drawing/2014/main" id="{919E3CAA-86FE-48BB-9D2E-2F76A408F70B}"/>
              </a:ext>
            </a:extLst>
          </p:cNvPr>
          <p:cNvCxnSpPr>
            <a:cxnSpLocks/>
          </p:cNvCxnSpPr>
          <p:nvPr/>
        </p:nvCxnSpPr>
        <p:spPr>
          <a:xfrm flipV="1">
            <a:off x="7601516" y="4682734"/>
            <a:ext cx="0" cy="71786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4DF7F47-2225-4C1A-8D2C-C40C5B4E29B7}"/>
              </a:ext>
            </a:extLst>
          </p:cNvPr>
          <p:cNvCxnSpPr>
            <a:cxnSpLocks/>
          </p:cNvCxnSpPr>
          <p:nvPr/>
        </p:nvCxnSpPr>
        <p:spPr>
          <a:xfrm flipV="1">
            <a:off x="6036620" y="3739994"/>
            <a:ext cx="0" cy="71786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D8AF82-B062-403D-8425-010D1E65A119}"/>
              </a:ext>
            </a:extLst>
          </p:cNvPr>
          <p:cNvCxnSpPr>
            <a:cxnSpLocks/>
            <a:endCxn id="12" idx="2"/>
          </p:cNvCxnSpPr>
          <p:nvPr/>
        </p:nvCxnSpPr>
        <p:spPr>
          <a:xfrm flipV="1">
            <a:off x="3783263" y="3828680"/>
            <a:ext cx="10578" cy="63881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A0CBEF52-8EDB-4567-B0A7-93C583599E81}"/>
              </a:ext>
            </a:extLst>
          </p:cNvPr>
          <p:cNvSpPr/>
          <p:nvPr/>
        </p:nvSpPr>
        <p:spPr>
          <a:xfrm rot="18370093">
            <a:off x="6886270" y="3273645"/>
            <a:ext cx="171209" cy="15251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3783263" y="442439"/>
            <a:ext cx="5910376" cy="2062103"/>
          </a:xfrm>
          <a:prstGeom prst="rect">
            <a:avLst/>
          </a:prstGeom>
        </p:spPr>
        <p:txBody>
          <a:bodyPr wrap="square">
            <a:spAutoFit/>
          </a:bodyPr>
          <a:lstStyle/>
          <a:p>
            <a:r>
              <a:rPr lang="en-GB" sz="1600" i="1" dirty="0">
                <a:solidFill>
                  <a:schemeClr val="bg1">
                    <a:lumMod val="95000"/>
                  </a:schemeClr>
                </a:solidFill>
                <a:latin typeface="Arial" panose="020B0604020202020204" pitchFamily="34" charset="0"/>
                <a:cs typeface="Arial" panose="020B0604020202020204" pitchFamily="34" charset="0"/>
              </a:rPr>
              <a:t>Our purpose is to </a:t>
            </a:r>
            <a:r>
              <a:rPr lang="en-GB" sz="1600" i="1" dirty="0">
                <a:solidFill>
                  <a:srgbClr val="FFFFFF"/>
                </a:solidFill>
                <a:latin typeface="Arial"/>
                <a:ea typeface="ＭＳ Ｐゴシック"/>
              </a:rPr>
              <a:t>provide NGM with SHE specialist guidance, provide assurance of our process, systems and ways of working, ensure our risks management controls are effective, reducing our carbon emissions &amp; the impact from climate change and have the resilience to continue our business in times of crisis to ensure NGM assets are safe and reliable, safeguard people and the environment.</a:t>
            </a:r>
            <a:r>
              <a:rPr lang="en-GB" sz="1600" b="1" i="1" dirty="0">
                <a:solidFill>
                  <a:srgbClr val="FFFFFF"/>
                </a:solidFill>
                <a:latin typeface="Arial"/>
                <a:ea typeface="ＭＳ Ｐゴシック"/>
              </a:rPr>
              <a:t> -</a:t>
            </a:r>
            <a:r>
              <a:rPr lang="en-GB" sz="1600" i="1" dirty="0">
                <a:solidFill>
                  <a:srgbClr val="FFFFFF"/>
                </a:solidFill>
                <a:latin typeface="Arial"/>
                <a:ea typeface="ＭＳ Ｐゴシック"/>
              </a:rPr>
              <a:t> </a:t>
            </a:r>
            <a:r>
              <a:rPr lang="en-GB" sz="1600" b="1" dirty="0">
                <a:solidFill>
                  <a:schemeClr val="bg1">
                    <a:lumMod val="95000"/>
                  </a:schemeClr>
                </a:solidFill>
                <a:latin typeface="Arial" panose="020B0604020202020204" pitchFamily="34" charset="0"/>
                <a:cs typeface="Arial" panose="020B0604020202020204" pitchFamily="34" charset="0"/>
              </a:rPr>
              <a:t>Chris Cleveland</a:t>
            </a:r>
            <a:endParaRPr lang="en-US" sz="1600" b="1" dirty="0">
              <a:solidFill>
                <a:schemeClr val="bg1"/>
              </a:solidFill>
              <a:latin typeface="Arial" panose="020B0604020202020204" pitchFamily="34" charset="0"/>
              <a:cs typeface="Arial" panose="020B0604020202020204" pitchFamily="34" charset="0"/>
            </a:endParaRPr>
          </a:p>
          <a:p>
            <a:endParaRPr lang="en-US" sz="1600" b="1" dirty="0">
              <a:solidFill>
                <a:schemeClr val="bg1"/>
              </a:solidFill>
              <a:latin typeface="Arial" panose="020B0604020202020204" pitchFamily="34" charset="0"/>
              <a:cs typeface="Arial" panose="020B0604020202020204" pitchFamily="34" charset="0"/>
            </a:endParaRPr>
          </a:p>
        </p:txBody>
      </p:sp>
      <p:sp>
        <p:nvSpPr>
          <p:cNvPr id="4" name="TextBox 3"/>
          <p:cNvSpPr txBox="1"/>
          <p:nvPr/>
        </p:nvSpPr>
        <p:spPr>
          <a:xfrm>
            <a:off x="245576" y="296067"/>
            <a:ext cx="3288868" cy="1569660"/>
          </a:xfrm>
          <a:prstGeom prst="rect">
            <a:avLst/>
          </a:prstGeom>
          <a:noFill/>
        </p:spPr>
        <p:txBody>
          <a:bodyPr wrap="square" rtlCol="0">
            <a:spAutoFit/>
          </a:bodyPr>
          <a:lstStyle/>
          <a:p>
            <a:r>
              <a:rPr lang="en-GB" sz="2400">
                <a:solidFill>
                  <a:schemeClr val="bg1"/>
                </a:solidFill>
                <a:latin typeface="Arial" panose="020B0604020202020204" pitchFamily="34" charset="0"/>
                <a:cs typeface="Arial" panose="020B0604020202020204" pitchFamily="34" charset="0"/>
              </a:rPr>
              <a:t>NGM | </a:t>
            </a:r>
            <a:r>
              <a:rPr lang="en-GB" sz="2400" b="1">
                <a:solidFill>
                  <a:schemeClr val="bg1"/>
                </a:solidFill>
                <a:latin typeface="Arial" panose="020B0604020202020204" pitchFamily="34" charset="0"/>
                <a:cs typeface="Arial" panose="020B0604020202020204" pitchFamily="34" charset="0"/>
              </a:rPr>
              <a:t>Safety, Assurance, Risk &amp; Business Resilience</a:t>
            </a:r>
            <a:endParaRPr lang="en-US" sz="2400" b="1">
              <a:solidFill>
                <a:schemeClr val="bg1"/>
              </a:solidFill>
              <a:latin typeface="Arial" panose="020B0604020202020204" pitchFamily="34" charset="0"/>
              <a:cs typeface="Arial" panose="020B0604020202020204" pitchFamily="34" charset="0"/>
            </a:endParaRPr>
          </a:p>
          <a:p>
            <a:endParaRPr lang="en-US" sz="2400">
              <a:solidFill>
                <a:schemeClr val="bg1"/>
              </a:solidFill>
              <a:latin typeface="Arial" panose="020B0604020202020204" pitchFamily="34" charset="0"/>
              <a:cs typeface="Arial" panose="020B0604020202020204" pitchFamily="34" charset="0"/>
            </a:endParaRPr>
          </a:p>
        </p:txBody>
      </p:sp>
      <p:sp>
        <p:nvSpPr>
          <p:cNvPr id="5" name="Rectangle 4"/>
          <p:cNvSpPr/>
          <p:nvPr/>
        </p:nvSpPr>
        <p:spPr>
          <a:xfrm>
            <a:off x="852762" y="3721256"/>
            <a:ext cx="2202881" cy="307777"/>
          </a:xfrm>
          <a:prstGeom prst="rect">
            <a:avLst/>
          </a:prstGeom>
        </p:spPr>
        <p:txBody>
          <a:bodyPr wrap="square">
            <a:spAutoFit/>
          </a:bodyPr>
          <a:lstStyle/>
          <a:p>
            <a:pPr algn="ctr"/>
            <a:r>
              <a:rPr lang="en-GB" sz="1400" b="1">
                <a:solidFill>
                  <a:schemeClr val="bg1"/>
                </a:solidFill>
                <a:latin typeface="Arial" panose="020B0604020202020204" pitchFamily="34" charset="0"/>
                <a:cs typeface="Arial" panose="020B0604020202020204" pitchFamily="34" charset="0"/>
              </a:rPr>
              <a:t>Assurance</a:t>
            </a:r>
            <a:endParaRPr lang="en-US" sz="1400" b="1">
              <a:solidFill>
                <a:schemeClr val="bg1"/>
              </a:solidFill>
              <a:latin typeface="Arial" panose="020B0604020202020204" pitchFamily="34" charset="0"/>
              <a:cs typeface="Arial" panose="020B0604020202020204" pitchFamily="34" charset="0"/>
            </a:endParaRPr>
          </a:p>
        </p:txBody>
      </p:sp>
      <p:sp>
        <p:nvSpPr>
          <p:cNvPr id="13" name="TextBox 12"/>
          <p:cNvSpPr txBox="1"/>
          <p:nvPr/>
        </p:nvSpPr>
        <p:spPr>
          <a:xfrm>
            <a:off x="8396011" y="6243224"/>
            <a:ext cx="1963555" cy="369332"/>
          </a:xfrm>
          <a:prstGeom prst="rect">
            <a:avLst/>
          </a:prstGeom>
          <a:noFill/>
        </p:spPr>
        <p:txBody>
          <a:bodyPr wrap="square" rtlCol="0">
            <a:spAutoFit/>
          </a:bodyPr>
          <a:lstStyle/>
          <a:p>
            <a:r>
              <a:rPr lang="en-GB" sz="900">
                <a:solidFill>
                  <a:schemeClr val="bg1"/>
                </a:solidFill>
                <a:latin typeface="Arial" panose="020B0604020202020204" pitchFamily="34" charset="0"/>
                <a:cs typeface="Arial" panose="020B0604020202020204" pitchFamily="34" charset="0"/>
              </a:rPr>
              <a:t>Team Members:9</a:t>
            </a:r>
          </a:p>
          <a:p>
            <a:r>
              <a:rPr lang="en-GB" sz="900">
                <a:solidFill>
                  <a:schemeClr val="bg1"/>
                </a:solidFill>
                <a:latin typeface="Arial" panose="020B0604020202020204" pitchFamily="34" charset="0"/>
                <a:cs typeface="Arial" panose="020B0604020202020204" pitchFamily="34" charset="0"/>
              </a:rPr>
              <a:t>Vacancy: 0</a:t>
            </a:r>
            <a:endParaRPr lang="en-GB" sz="800" i="1">
              <a:solidFill>
                <a:schemeClr val="bg1"/>
              </a:solidFill>
              <a:latin typeface="Arial" panose="020B0604020202020204" pitchFamily="34" charset="0"/>
              <a:cs typeface="Arial" panose="020B0604020202020204" pitchFamily="34" charset="0"/>
            </a:endParaRPr>
          </a:p>
        </p:txBody>
      </p:sp>
      <p:cxnSp>
        <p:nvCxnSpPr>
          <p:cNvPr id="15" name="Straight Connector 14">
            <a:extLst>
              <a:ext uri="{FF2B5EF4-FFF2-40B4-BE49-F238E27FC236}">
                <a16:creationId xmlns:a16="http://schemas.microsoft.com/office/drawing/2014/main" id="{5ACFEE4F-18FF-4496-B126-F39E52B18634}"/>
              </a:ext>
            </a:extLst>
          </p:cNvPr>
          <p:cNvCxnSpPr>
            <a:cxnSpLocks/>
          </p:cNvCxnSpPr>
          <p:nvPr/>
        </p:nvCxnSpPr>
        <p:spPr>
          <a:xfrm flipH="1" flipV="1">
            <a:off x="2054286" y="4746418"/>
            <a:ext cx="12237" cy="63432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49A64534-5694-4167-B41B-CCD45DABCE2E}"/>
              </a:ext>
            </a:extLst>
          </p:cNvPr>
          <p:cNvSpPr/>
          <p:nvPr/>
        </p:nvSpPr>
        <p:spPr>
          <a:xfrm rot="5400000" flipV="1">
            <a:off x="4828461" y="2724323"/>
            <a:ext cx="167396" cy="14949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endParaRPr lang="en-US"/>
          </a:p>
        </p:txBody>
      </p:sp>
      <p:sp>
        <p:nvSpPr>
          <p:cNvPr id="18" name="Rectangle 17">
            <a:extLst>
              <a:ext uri="{FF2B5EF4-FFF2-40B4-BE49-F238E27FC236}">
                <a16:creationId xmlns:a16="http://schemas.microsoft.com/office/drawing/2014/main" id="{782635A8-78E4-4855-8AA5-4560B053D53E}"/>
              </a:ext>
            </a:extLst>
          </p:cNvPr>
          <p:cNvSpPr/>
          <p:nvPr/>
        </p:nvSpPr>
        <p:spPr>
          <a:xfrm rot="14188586">
            <a:off x="2717184" y="3301091"/>
            <a:ext cx="169246" cy="15251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C902C425-F675-42E4-A898-83CD875FDA95}"/>
              </a:ext>
            </a:extLst>
          </p:cNvPr>
          <p:cNvSpPr/>
          <p:nvPr/>
        </p:nvSpPr>
        <p:spPr>
          <a:xfrm>
            <a:off x="1610493" y="4102189"/>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20" name="Oval 19">
            <a:extLst>
              <a:ext uri="{FF2B5EF4-FFF2-40B4-BE49-F238E27FC236}">
                <a16:creationId xmlns:a16="http://schemas.microsoft.com/office/drawing/2014/main" id="{D0F7DAF9-9CD8-4E89-AF49-6D32DA966DD5}"/>
              </a:ext>
            </a:extLst>
          </p:cNvPr>
          <p:cNvSpPr/>
          <p:nvPr/>
        </p:nvSpPr>
        <p:spPr>
          <a:xfrm>
            <a:off x="1673765" y="4167756"/>
            <a:ext cx="687399" cy="687399"/>
          </a:xfrm>
          <a:prstGeom prst="ellipse">
            <a:avLst/>
          </a:prstGeom>
          <a:gradFill>
            <a:gsLst>
              <a:gs pos="0">
                <a:schemeClr val="accent4"/>
              </a:gs>
              <a:gs pos="100000">
                <a:schemeClr val="accent4">
                  <a:lumMod val="50000"/>
                </a:schemeClr>
              </a:gs>
            </a:gsLst>
            <a:lin ang="2700000" scaled="1"/>
          </a:gra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21" name="Rectangle 20">
            <a:extLst>
              <a:ext uri="{FF2B5EF4-FFF2-40B4-BE49-F238E27FC236}">
                <a16:creationId xmlns:a16="http://schemas.microsoft.com/office/drawing/2014/main" id="{ED443BA6-036A-46D4-AFB7-518D1B3DE0F9}"/>
              </a:ext>
            </a:extLst>
          </p:cNvPr>
          <p:cNvSpPr/>
          <p:nvPr/>
        </p:nvSpPr>
        <p:spPr>
          <a:xfrm>
            <a:off x="2165800" y="2764609"/>
            <a:ext cx="2930664" cy="307777"/>
          </a:xfrm>
          <a:prstGeom prst="rect">
            <a:avLst/>
          </a:prstGeom>
        </p:spPr>
        <p:txBody>
          <a:bodyPr wrap="square">
            <a:spAutoFit/>
          </a:bodyPr>
          <a:lstStyle/>
          <a:p>
            <a:r>
              <a:rPr lang="en-GB" sz="1400" b="1">
                <a:solidFill>
                  <a:schemeClr val="bg1"/>
                </a:solidFill>
                <a:latin typeface="Arial" panose="020B0604020202020204" pitchFamily="34" charset="0"/>
                <a:cs typeface="Arial" panose="020B0604020202020204" pitchFamily="34" charset="0"/>
              </a:rPr>
              <a:t>Safety, Health &amp; Environment</a:t>
            </a:r>
            <a:endParaRPr lang="en-US" sz="1400" b="1">
              <a:solidFill>
                <a:schemeClr val="bg1"/>
              </a:solidFill>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57078CB0-B020-4560-9027-6F35E5D0B729}"/>
              </a:ext>
            </a:extLst>
          </p:cNvPr>
          <p:cNvSpPr/>
          <p:nvPr/>
        </p:nvSpPr>
        <p:spPr>
          <a:xfrm>
            <a:off x="3369664" y="3136188"/>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23" name="TextBox 22">
            <a:extLst>
              <a:ext uri="{FF2B5EF4-FFF2-40B4-BE49-F238E27FC236}">
                <a16:creationId xmlns:a16="http://schemas.microsoft.com/office/drawing/2014/main" id="{8ABAACA4-1CF6-4D2E-AB7B-2F8D8FAEC31B}"/>
              </a:ext>
            </a:extLst>
          </p:cNvPr>
          <p:cNvSpPr txBox="1"/>
          <p:nvPr/>
        </p:nvSpPr>
        <p:spPr>
          <a:xfrm>
            <a:off x="2294087" y="5032799"/>
            <a:ext cx="330341" cy="151813"/>
          </a:xfrm>
          <a:prstGeom prst="rect">
            <a:avLst/>
          </a:prstGeom>
          <a:noFill/>
        </p:spPr>
        <p:txBody>
          <a:bodyPr wrap="none" rtlCol="0">
            <a:spAutoFit/>
          </a:bodyPr>
          <a:lstStyle/>
          <a:p>
            <a:endParaRPr lang="en-US" sz="900">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3CCC428F-30C7-4907-AFEE-C7E13EE31054}"/>
              </a:ext>
            </a:extLst>
          </p:cNvPr>
          <p:cNvSpPr/>
          <p:nvPr/>
        </p:nvSpPr>
        <p:spPr>
          <a:xfrm>
            <a:off x="7178095" y="4118088"/>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25" name="Rectangle 24">
            <a:extLst>
              <a:ext uri="{FF2B5EF4-FFF2-40B4-BE49-F238E27FC236}">
                <a16:creationId xmlns:a16="http://schemas.microsoft.com/office/drawing/2014/main" id="{6A9F7CF7-B2D1-4704-A351-ED543515CA52}"/>
              </a:ext>
            </a:extLst>
          </p:cNvPr>
          <p:cNvSpPr/>
          <p:nvPr/>
        </p:nvSpPr>
        <p:spPr>
          <a:xfrm>
            <a:off x="6930679" y="3723948"/>
            <a:ext cx="2930664" cy="307777"/>
          </a:xfrm>
          <a:prstGeom prst="rect">
            <a:avLst/>
          </a:prstGeom>
        </p:spPr>
        <p:txBody>
          <a:bodyPr wrap="square">
            <a:spAutoFit/>
          </a:bodyPr>
          <a:lstStyle/>
          <a:p>
            <a:pPr algn="ctr"/>
            <a:r>
              <a:rPr lang="en-GB" sz="1400" b="1">
                <a:solidFill>
                  <a:schemeClr val="bg1"/>
                </a:solidFill>
                <a:latin typeface="Arial" panose="020B0604020202020204" pitchFamily="34" charset="0"/>
                <a:cs typeface="Arial" panose="020B0604020202020204" pitchFamily="34" charset="0"/>
              </a:rPr>
              <a:t>Risk &amp; Business Resilience</a:t>
            </a:r>
            <a:endParaRPr lang="en-US" sz="1400" b="1">
              <a:solidFill>
                <a:schemeClr val="bg1"/>
              </a:solidFill>
              <a:latin typeface="Arial" panose="020B0604020202020204" pitchFamily="34" charset="0"/>
              <a:cs typeface="Arial" panose="020B0604020202020204" pitchFamily="34" charset="0"/>
            </a:endParaRPr>
          </a:p>
        </p:txBody>
      </p:sp>
      <p:pic>
        <p:nvPicPr>
          <p:cNvPr id="29" name="Picture 28">
            <a:hlinkClick r:id="" action="ppaction://noaction"/>
            <a:extLst>
              <a:ext uri="{FF2B5EF4-FFF2-40B4-BE49-F238E27FC236}">
                <a16:creationId xmlns:a16="http://schemas.microsoft.com/office/drawing/2014/main" id="{94DEA9D7-2286-48F1-A412-331A3DB1F6B8}"/>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backgroundRemoval t="11842" b="82105" l="8380" r="90875">
                        <a14:foregroundMark x1="22905" y1="40000" x2="22905" y2="40000"/>
                        <a14:foregroundMark x1="37244" y1="63684" x2="37244" y2="63684"/>
                        <a14:foregroundMark x1="51210" y1="77105" x2="51210" y2="77105"/>
                        <a14:foregroundMark x1="62384" y1="37105" x2="62384" y2="38158"/>
                        <a14:foregroundMark x1="78771" y1="42368" x2="78771" y2="42368"/>
                        <a14:backgroundMark x1="52514" y1="65789" x2="52514" y2="65789"/>
                        <a14:backgroundMark x1="56425" y1="58421" x2="56425" y2="58421"/>
                        <a14:backgroundMark x1="51769" y1="65000" x2="51769" y2="65000"/>
                        <a14:backgroundMark x1="37616" y1="65526" x2="37616" y2="65526"/>
                        <a14:backgroundMark x1="32961" y1="60000" x2="32961" y2="60000"/>
                        <a14:backgroundMark x1="43017" y1="71316" x2="43017" y2="71316"/>
                      </a14:backgroundRemoval>
                    </a14:imgEffect>
                  </a14:imgLayer>
                </a14:imgProps>
              </a:ext>
              <a:ext uri="{28A0092B-C50C-407E-A947-70E740481C1C}">
                <a14:useLocalDpi xmlns:a14="http://schemas.microsoft.com/office/drawing/2010/main" val="0"/>
              </a:ext>
            </a:extLst>
          </a:blip>
          <a:stretch>
            <a:fillRect/>
          </a:stretch>
        </p:blipFill>
        <p:spPr>
          <a:xfrm>
            <a:off x="1686896" y="4295542"/>
            <a:ext cx="653210" cy="462235"/>
          </a:xfrm>
          <a:prstGeom prst="rect">
            <a:avLst/>
          </a:prstGeom>
        </p:spPr>
      </p:pic>
      <p:sp>
        <p:nvSpPr>
          <p:cNvPr id="11" name="Oval 10"/>
          <p:cNvSpPr/>
          <p:nvPr/>
        </p:nvSpPr>
        <p:spPr>
          <a:xfrm>
            <a:off x="3440936" y="3201730"/>
            <a:ext cx="687399" cy="687399"/>
          </a:xfrm>
          <a:prstGeom prst="ellipse">
            <a:avLst/>
          </a:pr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2700000" scaled="1"/>
            <a:tileRect/>
          </a:gra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12" name="Picture 11">
            <a:hlinkClick r:id="" action="ppaction://noaction"/>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3535742" y="3312483"/>
            <a:ext cx="516197" cy="516197"/>
          </a:xfrm>
          <a:prstGeom prst="rect">
            <a:avLst/>
          </a:prstGeom>
        </p:spPr>
      </p:pic>
      <p:sp>
        <p:nvSpPr>
          <p:cNvPr id="32" name="Oval 31">
            <a:extLst>
              <a:ext uri="{FF2B5EF4-FFF2-40B4-BE49-F238E27FC236}">
                <a16:creationId xmlns:a16="http://schemas.microsoft.com/office/drawing/2014/main" id="{B47D462F-78D9-4592-B1CD-565E14FEDFD1}"/>
              </a:ext>
            </a:extLst>
          </p:cNvPr>
          <p:cNvSpPr/>
          <p:nvPr/>
        </p:nvSpPr>
        <p:spPr>
          <a:xfrm>
            <a:off x="7252781" y="4192369"/>
            <a:ext cx="687399" cy="687399"/>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31" name="Picture 30">
            <a:hlinkClick r:id="" action="ppaction://noaction"/>
            <a:extLst>
              <a:ext uri="{FF2B5EF4-FFF2-40B4-BE49-F238E27FC236}">
                <a16:creationId xmlns:a16="http://schemas.microsoft.com/office/drawing/2014/main" id="{4A3944EB-5D10-4C5B-8A59-F4685491080F}"/>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7376597" y="4334413"/>
            <a:ext cx="443354" cy="441904"/>
          </a:xfrm>
          <a:prstGeom prst="rect">
            <a:avLst/>
          </a:prstGeom>
        </p:spPr>
      </p:pic>
      <p:sp>
        <p:nvSpPr>
          <p:cNvPr id="26" name="Rectangle 25">
            <a:extLst>
              <a:ext uri="{FF2B5EF4-FFF2-40B4-BE49-F238E27FC236}">
                <a16:creationId xmlns:a16="http://schemas.microsoft.com/office/drawing/2014/main" id="{C1B3AACC-EB8B-4DF4-958C-2F2D4B1AD224}"/>
              </a:ext>
            </a:extLst>
          </p:cNvPr>
          <p:cNvSpPr/>
          <p:nvPr/>
        </p:nvSpPr>
        <p:spPr>
          <a:xfrm>
            <a:off x="4846174" y="2772383"/>
            <a:ext cx="3325286" cy="306109"/>
          </a:xfrm>
          <a:prstGeom prst="rect">
            <a:avLst/>
          </a:prstGeom>
        </p:spPr>
        <p:txBody>
          <a:bodyPr wrap="square">
            <a:spAutoFit/>
          </a:bodyPr>
          <a:lstStyle/>
          <a:p>
            <a:pPr algn="ctr"/>
            <a:r>
              <a:rPr lang="en-GB" sz="1400" b="1">
                <a:solidFill>
                  <a:schemeClr val="bg1"/>
                </a:solidFill>
                <a:latin typeface="Arial" panose="020B0604020202020204" pitchFamily="34" charset="0"/>
                <a:cs typeface="Arial" panose="020B0604020202020204" pitchFamily="34" charset="0"/>
              </a:rPr>
              <a:t>Environmental Sustainability</a:t>
            </a:r>
            <a:endParaRPr lang="en-US" sz="1400" b="1">
              <a:solidFill>
                <a:schemeClr val="bg1"/>
              </a:solidFill>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EE63AC8A-E1B1-47D1-A3A5-3C1C04E01E59}"/>
              </a:ext>
            </a:extLst>
          </p:cNvPr>
          <p:cNvSpPr/>
          <p:nvPr/>
        </p:nvSpPr>
        <p:spPr>
          <a:xfrm>
            <a:off x="5618006" y="3149402"/>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30" name="Oval 29">
            <a:extLst>
              <a:ext uri="{FF2B5EF4-FFF2-40B4-BE49-F238E27FC236}">
                <a16:creationId xmlns:a16="http://schemas.microsoft.com/office/drawing/2014/main" id="{A6BE0857-6029-45A5-A5F3-E6C66688C2FC}"/>
              </a:ext>
            </a:extLst>
          </p:cNvPr>
          <p:cNvSpPr/>
          <p:nvPr/>
        </p:nvSpPr>
        <p:spPr>
          <a:xfrm>
            <a:off x="5692921" y="3226882"/>
            <a:ext cx="687399" cy="687399"/>
          </a:xfrm>
          <a:prstGeom prst="ellips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36" name="Graphic 35" descr="Open hand with plant">
            <a:extLst>
              <a:ext uri="{FF2B5EF4-FFF2-40B4-BE49-F238E27FC236}">
                <a16:creationId xmlns:a16="http://schemas.microsoft.com/office/drawing/2014/main" id="{4C59AE51-80F9-47E9-901A-BC7A2AE5BCF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803003" y="3288441"/>
            <a:ext cx="480288" cy="480288"/>
          </a:xfrm>
          <a:prstGeom prst="rect">
            <a:avLst/>
          </a:prstGeom>
        </p:spPr>
      </p:pic>
      <p:sp>
        <p:nvSpPr>
          <p:cNvPr id="33" name="Rectangle 32">
            <a:extLst>
              <a:ext uri="{FF2B5EF4-FFF2-40B4-BE49-F238E27FC236}">
                <a16:creationId xmlns:a16="http://schemas.microsoft.com/office/drawing/2014/main" id="{231BD627-862A-462B-8D41-5D6FE24950E3}"/>
              </a:ext>
            </a:extLst>
          </p:cNvPr>
          <p:cNvSpPr/>
          <p:nvPr/>
        </p:nvSpPr>
        <p:spPr>
          <a:xfrm>
            <a:off x="1360631" y="5184612"/>
            <a:ext cx="1441176" cy="983402"/>
          </a:xfrm>
          <a:prstGeom prst="rect">
            <a:avLst/>
          </a:prstGeom>
          <a:solidFill>
            <a:schemeClr val="accent4">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defTabSz="355600">
              <a:lnSpc>
                <a:spcPct val="90000"/>
              </a:lnSpc>
              <a:spcBef>
                <a:spcPct val="0"/>
              </a:spcBef>
              <a:spcAft>
                <a:spcPct val="35000"/>
              </a:spcAft>
            </a:pPr>
            <a:endParaRPr lang="en-GB" sz="900" dirty="0">
              <a:solidFill>
                <a:schemeClr val="tx1"/>
              </a:solidFill>
              <a:latin typeface="Arial" panose="020B0604020202020204" pitchFamily="34" charset="0"/>
              <a:cs typeface="Arial" panose="020B0604020202020204" pitchFamily="34" charset="0"/>
            </a:endParaRPr>
          </a:p>
          <a:p>
            <a:pPr algn="ctr" defTabSz="355600">
              <a:lnSpc>
                <a:spcPct val="90000"/>
              </a:lnSpc>
              <a:spcBef>
                <a:spcPct val="0"/>
              </a:spcBef>
              <a:spcAft>
                <a:spcPct val="35000"/>
              </a:spcAft>
            </a:pPr>
            <a:r>
              <a:rPr lang="en-GB" sz="900" dirty="0">
                <a:solidFill>
                  <a:schemeClr val="tx1"/>
                </a:solidFill>
                <a:latin typeface="Arial" panose="020B0604020202020204" pitchFamily="34" charset="0"/>
                <a:cs typeface="Arial" panose="020B0604020202020204" pitchFamily="34" charset="0"/>
              </a:rPr>
              <a:t>John Corney</a:t>
            </a:r>
          </a:p>
          <a:p>
            <a:pPr algn="ctr" defTabSz="355600">
              <a:lnSpc>
                <a:spcPct val="90000"/>
              </a:lnSpc>
              <a:spcBef>
                <a:spcPct val="0"/>
              </a:spcBef>
              <a:spcAft>
                <a:spcPct val="35000"/>
              </a:spcAft>
            </a:pPr>
            <a:r>
              <a:rPr lang="en-GB" sz="900" dirty="0">
                <a:solidFill>
                  <a:schemeClr val="tx1"/>
                </a:solidFill>
                <a:latin typeface="Arial" panose="020B0604020202020204" pitchFamily="34" charset="0"/>
                <a:cs typeface="Arial" panose="020B0604020202020204" pitchFamily="34" charset="0"/>
              </a:rPr>
              <a:t>Paul Edwards</a:t>
            </a:r>
          </a:p>
          <a:p>
            <a:pPr algn="ctr" defTabSz="355600">
              <a:lnSpc>
                <a:spcPct val="90000"/>
              </a:lnSpc>
              <a:spcBef>
                <a:spcPct val="0"/>
              </a:spcBef>
              <a:spcAft>
                <a:spcPct val="35000"/>
              </a:spcAft>
            </a:pPr>
            <a:r>
              <a:rPr lang="en-GB" sz="900" dirty="0">
                <a:solidFill>
                  <a:schemeClr val="tx1"/>
                </a:solidFill>
                <a:latin typeface="Arial" panose="020B0604020202020204" pitchFamily="34" charset="0"/>
                <a:cs typeface="Arial" panose="020B0604020202020204" pitchFamily="34" charset="0"/>
              </a:rPr>
              <a:t>Mark Roberts</a:t>
            </a:r>
          </a:p>
          <a:p>
            <a:pPr algn="ctr"/>
            <a:endParaRPr lang="en-US" sz="1200" dirty="0">
              <a:solidFill>
                <a:schemeClr val="tx1"/>
              </a:solidFill>
            </a:endParaRPr>
          </a:p>
          <a:p>
            <a:pPr algn="ctr"/>
            <a:endParaRPr lang="en-US" sz="1200" dirty="0">
              <a:solidFill>
                <a:schemeClr val="tx1"/>
              </a:solidFill>
            </a:endParaRPr>
          </a:p>
        </p:txBody>
      </p:sp>
      <p:sp>
        <p:nvSpPr>
          <p:cNvPr id="35" name="Rectangle 34">
            <a:extLst>
              <a:ext uri="{FF2B5EF4-FFF2-40B4-BE49-F238E27FC236}">
                <a16:creationId xmlns:a16="http://schemas.microsoft.com/office/drawing/2014/main" id="{A69874F3-33CC-49D2-A2BE-7DD71FC56010}"/>
              </a:ext>
            </a:extLst>
          </p:cNvPr>
          <p:cNvSpPr/>
          <p:nvPr/>
        </p:nvSpPr>
        <p:spPr>
          <a:xfrm>
            <a:off x="3164903" y="4192369"/>
            <a:ext cx="1439039" cy="983402"/>
          </a:xfrm>
          <a:prstGeom prst="rect">
            <a:avLst/>
          </a:prstGeom>
          <a:solidFill>
            <a:schemeClr val="accent5">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defTabSz="355600">
              <a:lnSpc>
                <a:spcPct val="90000"/>
              </a:lnSpc>
              <a:spcBef>
                <a:spcPct val="0"/>
              </a:spcBef>
              <a:spcAft>
                <a:spcPct val="35000"/>
              </a:spcAft>
            </a:pPr>
            <a:endParaRPr lang="en-GB" sz="900" dirty="0">
              <a:solidFill>
                <a:schemeClr val="tx1"/>
              </a:solidFill>
              <a:latin typeface="Arial" panose="020B0604020202020204" pitchFamily="34" charset="0"/>
              <a:cs typeface="Arial" panose="020B0604020202020204" pitchFamily="34" charset="0"/>
            </a:endParaRPr>
          </a:p>
          <a:p>
            <a:pPr algn="ctr" defTabSz="355600">
              <a:lnSpc>
                <a:spcPct val="90000"/>
              </a:lnSpc>
              <a:spcBef>
                <a:spcPct val="0"/>
              </a:spcBef>
              <a:spcAft>
                <a:spcPct val="35000"/>
              </a:spcAft>
            </a:pPr>
            <a:r>
              <a:rPr lang="en-GB" sz="900" dirty="0">
                <a:solidFill>
                  <a:schemeClr val="tx1"/>
                </a:solidFill>
                <a:latin typeface="Arial" panose="020B0604020202020204" pitchFamily="34" charset="0"/>
                <a:cs typeface="Arial" panose="020B0604020202020204" pitchFamily="34" charset="0"/>
              </a:rPr>
              <a:t>Fiona Barton</a:t>
            </a:r>
          </a:p>
          <a:p>
            <a:pPr algn="ctr" defTabSz="355600">
              <a:lnSpc>
                <a:spcPct val="90000"/>
              </a:lnSpc>
              <a:spcBef>
                <a:spcPct val="0"/>
              </a:spcBef>
              <a:spcAft>
                <a:spcPct val="35000"/>
              </a:spcAft>
            </a:pPr>
            <a:r>
              <a:rPr lang="en-GB" sz="900" dirty="0">
                <a:solidFill>
                  <a:schemeClr val="tx1"/>
                </a:solidFill>
                <a:latin typeface="Arial" panose="020B0604020202020204" pitchFamily="34" charset="0"/>
                <a:cs typeface="Arial" panose="020B0604020202020204" pitchFamily="34" charset="0"/>
              </a:rPr>
              <a:t>Taurai Horton</a:t>
            </a:r>
          </a:p>
          <a:p>
            <a:pPr algn="ctr" defTabSz="355600">
              <a:lnSpc>
                <a:spcPct val="90000"/>
              </a:lnSpc>
              <a:spcBef>
                <a:spcPct val="0"/>
              </a:spcBef>
              <a:spcAft>
                <a:spcPct val="35000"/>
              </a:spcAft>
            </a:pPr>
            <a:r>
              <a:rPr lang="en-GB" sz="900" dirty="0">
                <a:solidFill>
                  <a:schemeClr val="tx1"/>
                </a:solidFill>
                <a:latin typeface="Arial" panose="020B0604020202020204" pitchFamily="34" charset="0"/>
                <a:cs typeface="Arial" panose="020B0604020202020204" pitchFamily="34" charset="0"/>
              </a:rPr>
              <a:t>Philip Roberts</a:t>
            </a:r>
            <a:endParaRPr lang="en-US" sz="1200" dirty="0">
              <a:solidFill>
                <a:schemeClr val="tx1"/>
              </a:solidFill>
            </a:endParaRPr>
          </a:p>
          <a:p>
            <a:pPr algn="ctr"/>
            <a:endParaRPr lang="en-US" sz="1200" dirty="0">
              <a:solidFill>
                <a:schemeClr val="tx1"/>
              </a:solidFill>
            </a:endParaRPr>
          </a:p>
        </p:txBody>
      </p:sp>
      <p:sp>
        <p:nvSpPr>
          <p:cNvPr id="38" name="Rectangle 37">
            <a:extLst>
              <a:ext uri="{FF2B5EF4-FFF2-40B4-BE49-F238E27FC236}">
                <a16:creationId xmlns:a16="http://schemas.microsoft.com/office/drawing/2014/main" id="{4B949683-439C-43AD-8844-2AB7132F0BD3}"/>
              </a:ext>
            </a:extLst>
          </p:cNvPr>
          <p:cNvSpPr/>
          <p:nvPr/>
        </p:nvSpPr>
        <p:spPr>
          <a:xfrm>
            <a:off x="5290724" y="4210778"/>
            <a:ext cx="1441176" cy="457846"/>
          </a:xfrm>
          <a:prstGeom prst="rect">
            <a:avLst/>
          </a:prstGeom>
          <a:solidFill>
            <a:schemeClr val="accent2">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ctr"/>
          <a:lstStyle/>
          <a:p>
            <a:pPr algn="ctr" defTabSz="355600">
              <a:lnSpc>
                <a:spcPct val="90000"/>
              </a:lnSpc>
              <a:spcBef>
                <a:spcPct val="0"/>
              </a:spcBef>
              <a:spcAft>
                <a:spcPct val="35000"/>
              </a:spcAft>
            </a:pPr>
            <a:r>
              <a:rPr lang="en-GB" sz="900" dirty="0">
                <a:solidFill>
                  <a:schemeClr val="tx1"/>
                </a:solidFill>
                <a:latin typeface="Arial" panose="020B0604020202020204" pitchFamily="34" charset="0"/>
                <a:cs typeface="Arial" panose="020B0604020202020204" pitchFamily="34" charset="0"/>
              </a:rPr>
              <a:t>Izzy Davis</a:t>
            </a:r>
          </a:p>
        </p:txBody>
      </p:sp>
      <p:sp>
        <p:nvSpPr>
          <p:cNvPr id="40" name="Rectangle 39">
            <a:extLst>
              <a:ext uri="{FF2B5EF4-FFF2-40B4-BE49-F238E27FC236}">
                <a16:creationId xmlns:a16="http://schemas.microsoft.com/office/drawing/2014/main" id="{58DBB59B-9FAF-4559-8378-CE2FD3BB370F}"/>
              </a:ext>
            </a:extLst>
          </p:cNvPr>
          <p:cNvSpPr/>
          <p:nvPr/>
        </p:nvSpPr>
        <p:spPr>
          <a:xfrm>
            <a:off x="6954835" y="5171677"/>
            <a:ext cx="1441176" cy="457846"/>
          </a:xfrm>
          <a:prstGeom prst="rect">
            <a:avLst/>
          </a:prstGeom>
          <a:solidFill>
            <a:schemeClr val="accent3">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nchor="ctr"/>
          <a:lstStyle/>
          <a:p>
            <a:pPr algn="ctr" defTabSz="355600">
              <a:lnSpc>
                <a:spcPct val="90000"/>
              </a:lnSpc>
              <a:spcBef>
                <a:spcPct val="0"/>
              </a:spcBef>
              <a:spcAft>
                <a:spcPct val="35000"/>
              </a:spcAft>
            </a:pPr>
            <a:r>
              <a:rPr lang="en-GB" sz="900" dirty="0">
                <a:solidFill>
                  <a:schemeClr val="tx1"/>
                </a:solidFill>
                <a:latin typeface="Arial" panose="020B0604020202020204" pitchFamily="34" charset="0"/>
                <a:cs typeface="Arial" panose="020B0604020202020204" pitchFamily="34" charset="0"/>
              </a:rPr>
              <a:t>Pallavee Patel </a:t>
            </a:r>
          </a:p>
        </p:txBody>
      </p:sp>
    </p:spTree>
    <p:extLst>
      <p:ext uri="{BB962C8B-B14F-4D97-AF65-F5344CB8AC3E}">
        <p14:creationId xmlns:p14="http://schemas.microsoft.com/office/powerpoint/2010/main" val="3982173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81B39947-0F3A-44DC-967E-7F0FEB478902}"/>
              </a:ext>
            </a:extLst>
          </p:cNvPr>
          <p:cNvSpPr/>
          <p:nvPr/>
        </p:nvSpPr>
        <p:spPr>
          <a:xfrm rot="16200000">
            <a:off x="4262635" y="-1610615"/>
            <a:ext cx="132735" cy="77086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3" name="Straight Connector 142">
            <a:extLst>
              <a:ext uri="{FF2B5EF4-FFF2-40B4-BE49-F238E27FC236}">
                <a16:creationId xmlns:a16="http://schemas.microsoft.com/office/drawing/2014/main" id="{D92523E5-19EC-4476-9B78-6040AC7E4603}"/>
              </a:ext>
            </a:extLst>
          </p:cNvPr>
          <p:cNvCxnSpPr>
            <a:cxnSpLocks/>
          </p:cNvCxnSpPr>
          <p:nvPr/>
        </p:nvCxnSpPr>
        <p:spPr>
          <a:xfrm flipV="1">
            <a:off x="5184142" y="2114650"/>
            <a:ext cx="21019" cy="75974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2194A9A-06EA-49F8-8A3A-60AEB3B59BB7}"/>
              </a:ext>
            </a:extLst>
          </p:cNvPr>
          <p:cNvCxnSpPr>
            <a:cxnSpLocks/>
          </p:cNvCxnSpPr>
          <p:nvPr/>
        </p:nvCxnSpPr>
        <p:spPr>
          <a:xfrm flipV="1">
            <a:off x="714624" y="2555571"/>
            <a:ext cx="4868" cy="45591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2066B4C5-88E2-4804-B342-0B3F33630801}"/>
              </a:ext>
            </a:extLst>
          </p:cNvPr>
          <p:cNvCxnSpPr/>
          <p:nvPr/>
        </p:nvCxnSpPr>
        <p:spPr>
          <a:xfrm flipH="1" flipV="1">
            <a:off x="3696508" y="2602234"/>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2" name="Oval 111">
            <a:extLst>
              <a:ext uri="{FF2B5EF4-FFF2-40B4-BE49-F238E27FC236}">
                <a16:creationId xmlns:a16="http://schemas.microsoft.com/office/drawing/2014/main" id="{20E76136-CD5A-473B-BECD-10B6D38B7AA4}"/>
              </a:ext>
            </a:extLst>
          </p:cNvPr>
          <p:cNvSpPr/>
          <p:nvPr/>
        </p:nvSpPr>
        <p:spPr>
          <a:xfrm>
            <a:off x="278740" y="1781923"/>
            <a:ext cx="838800" cy="838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13" name="Oval 112">
            <a:extLst>
              <a:ext uri="{FF2B5EF4-FFF2-40B4-BE49-F238E27FC236}">
                <a16:creationId xmlns:a16="http://schemas.microsoft.com/office/drawing/2014/main" id="{7D4F11EB-F064-4D32-B99B-27892AF6890B}"/>
              </a:ext>
            </a:extLst>
          </p:cNvPr>
          <p:cNvSpPr/>
          <p:nvPr/>
        </p:nvSpPr>
        <p:spPr>
          <a:xfrm>
            <a:off x="355223" y="1858404"/>
            <a:ext cx="687600" cy="687600"/>
          </a:xfrm>
          <a:prstGeom prst="ellipse">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68" name="TextBox 67"/>
          <p:cNvSpPr txBox="1"/>
          <p:nvPr/>
        </p:nvSpPr>
        <p:spPr>
          <a:xfrm>
            <a:off x="3025357" y="334456"/>
            <a:ext cx="7232494" cy="553998"/>
          </a:xfrm>
          <a:prstGeom prst="rect">
            <a:avLst/>
          </a:prstGeom>
          <a:noFill/>
        </p:spPr>
        <p:txBody>
          <a:bodyPr wrap="square" rtlCol="0">
            <a:spAutoFit/>
          </a:bodyPr>
          <a:lstStyle/>
          <a:p>
            <a:r>
              <a:rPr lang="en-GB" sz="1500" i="1" dirty="0">
                <a:solidFill>
                  <a:schemeClr val="bg1"/>
                </a:solidFill>
                <a:latin typeface="Arial" panose="020B0604020202020204" pitchFamily="34" charset="0"/>
                <a:cs typeface="Arial" panose="020B0604020202020204" pitchFamily="34" charset="0"/>
              </a:rPr>
              <a:t>Welcome to our Customer Operations Team, our purpose is to deliver </a:t>
            </a:r>
          </a:p>
          <a:p>
            <a:r>
              <a:rPr lang="en-GB" sz="1500" i="1" dirty="0">
                <a:solidFill>
                  <a:schemeClr val="bg1"/>
                </a:solidFill>
                <a:latin typeface="Arial" panose="020B0604020202020204" pitchFamily="34" charset="0"/>
                <a:cs typeface="Arial" panose="020B0604020202020204" pitchFamily="34" charset="0"/>
              </a:rPr>
              <a:t>safely and reliably for our customers getting it right first time. </a:t>
            </a:r>
            <a:r>
              <a:rPr lang="en-GB" sz="1400" i="1" dirty="0">
                <a:solidFill>
                  <a:schemeClr val="bg1"/>
                </a:solidFill>
                <a:latin typeface="Arial" panose="020B0604020202020204" pitchFamily="34" charset="0"/>
                <a:cs typeface="Arial" panose="020B0604020202020204" pitchFamily="34" charset="0"/>
              </a:rPr>
              <a:t>-  </a:t>
            </a:r>
            <a:r>
              <a:rPr lang="en-GB" sz="1400" b="1" dirty="0">
                <a:solidFill>
                  <a:schemeClr val="bg1"/>
                </a:solidFill>
                <a:latin typeface="Arial" panose="020B0604020202020204" pitchFamily="34" charset="0"/>
                <a:cs typeface="Arial" panose="020B0604020202020204" pitchFamily="34" charset="0"/>
              </a:rPr>
              <a:t>Sean Flower</a:t>
            </a:r>
            <a:endParaRPr lang="en-US" sz="1400" b="1" dirty="0">
              <a:solidFill>
                <a:schemeClr val="bg1"/>
              </a:solidFill>
              <a:latin typeface="Arial" panose="020B0604020202020204" pitchFamily="34" charset="0"/>
              <a:cs typeface="Arial" panose="020B0604020202020204" pitchFamily="34" charset="0"/>
            </a:endParaRPr>
          </a:p>
        </p:txBody>
      </p:sp>
      <p:sp>
        <p:nvSpPr>
          <p:cNvPr id="6" name="TextBox 5"/>
          <p:cNvSpPr txBox="1"/>
          <p:nvPr/>
        </p:nvSpPr>
        <p:spPr>
          <a:xfrm>
            <a:off x="149029" y="249138"/>
            <a:ext cx="3247504" cy="830997"/>
          </a:xfrm>
          <a:prstGeom prst="rect">
            <a:avLst/>
          </a:prstGeom>
          <a:noFill/>
        </p:spPr>
        <p:txBody>
          <a:bodyPr wrap="square" rtlCol="0">
            <a:spAutoFit/>
          </a:bodyPr>
          <a:lstStyle/>
          <a:p>
            <a:r>
              <a:rPr lang="en-GB" sz="2400" dirty="0">
                <a:solidFill>
                  <a:schemeClr val="bg1"/>
                </a:solidFill>
                <a:latin typeface="Arial" panose="020B0604020202020204" pitchFamily="34" charset="0"/>
                <a:cs typeface="Arial" panose="020B0604020202020204" pitchFamily="34" charset="0"/>
              </a:rPr>
              <a:t>NGM | </a:t>
            </a:r>
            <a:r>
              <a:rPr lang="en-GB" sz="2400" b="1" dirty="0">
                <a:solidFill>
                  <a:schemeClr val="bg1"/>
                </a:solidFill>
                <a:latin typeface="Arial" panose="020B0604020202020204" pitchFamily="34" charset="0"/>
                <a:cs typeface="Arial" panose="020B0604020202020204" pitchFamily="34" charset="0"/>
              </a:rPr>
              <a:t>Customer Operations</a:t>
            </a:r>
            <a:endParaRPr lang="en-US" sz="2400" b="1" dirty="0">
              <a:solidFill>
                <a:schemeClr val="bg1"/>
              </a:solidFill>
              <a:latin typeface="Arial" panose="020B0604020202020204" pitchFamily="34" charset="0"/>
              <a:cs typeface="Arial" panose="020B0604020202020204" pitchFamily="34" charset="0"/>
            </a:endParaRPr>
          </a:p>
        </p:txBody>
      </p:sp>
      <p:sp>
        <p:nvSpPr>
          <p:cNvPr id="67" name="TextBox 66"/>
          <p:cNvSpPr txBox="1"/>
          <p:nvPr/>
        </p:nvSpPr>
        <p:spPr>
          <a:xfrm>
            <a:off x="154002" y="6308894"/>
            <a:ext cx="1963555" cy="353943"/>
          </a:xfrm>
          <a:prstGeom prst="rect">
            <a:avLst/>
          </a:prstGeom>
          <a:noFill/>
        </p:spPr>
        <p:txBody>
          <a:bodyPr wrap="square" rtlCol="0">
            <a:spAutoFit/>
          </a:bodyPr>
          <a:lstStyle/>
          <a:p>
            <a:r>
              <a:rPr lang="en-GB" sz="900" dirty="0">
                <a:solidFill>
                  <a:schemeClr val="bg1"/>
                </a:solidFill>
                <a:latin typeface="Arial" panose="020B0604020202020204" pitchFamily="34" charset="0"/>
                <a:cs typeface="Arial" panose="020B0604020202020204" pitchFamily="34" charset="0"/>
              </a:rPr>
              <a:t>Team Members: 111</a:t>
            </a:r>
          </a:p>
          <a:p>
            <a:r>
              <a:rPr lang="en-GB" sz="800" dirty="0">
                <a:solidFill>
                  <a:schemeClr val="bg1"/>
                </a:solidFill>
                <a:latin typeface="Arial" panose="020B0604020202020204" pitchFamily="34" charset="0"/>
                <a:cs typeface="Arial" panose="020B0604020202020204" pitchFamily="34" charset="0"/>
              </a:rPr>
              <a:t>Vacancy: 1</a:t>
            </a:r>
          </a:p>
        </p:txBody>
      </p:sp>
      <p:cxnSp>
        <p:nvCxnSpPr>
          <p:cNvPr id="42" name="Straight Connector 41">
            <a:extLst>
              <a:ext uri="{FF2B5EF4-FFF2-40B4-BE49-F238E27FC236}">
                <a16:creationId xmlns:a16="http://schemas.microsoft.com/office/drawing/2014/main" id="{76D745D2-0E2A-4179-92AE-A0B8F758539E}"/>
              </a:ext>
            </a:extLst>
          </p:cNvPr>
          <p:cNvCxnSpPr/>
          <p:nvPr/>
        </p:nvCxnSpPr>
        <p:spPr>
          <a:xfrm flipH="1" flipV="1">
            <a:off x="7914143" y="2390901"/>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Oval 43">
            <a:extLst>
              <a:ext uri="{FF2B5EF4-FFF2-40B4-BE49-F238E27FC236}">
                <a16:creationId xmlns:a16="http://schemas.microsoft.com/office/drawing/2014/main" id="{B55275B5-B118-4E2D-9E79-B5381A0653DF}"/>
              </a:ext>
            </a:extLst>
          </p:cNvPr>
          <p:cNvSpPr/>
          <p:nvPr/>
        </p:nvSpPr>
        <p:spPr>
          <a:xfrm>
            <a:off x="4776708" y="1781343"/>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cxnSp>
        <p:nvCxnSpPr>
          <p:cNvPr id="51" name="Straight Connector 50">
            <a:extLst>
              <a:ext uri="{FF2B5EF4-FFF2-40B4-BE49-F238E27FC236}">
                <a16:creationId xmlns:a16="http://schemas.microsoft.com/office/drawing/2014/main" id="{6B5A0B07-CBFF-41F3-893D-1EFA3ADA35CC}"/>
              </a:ext>
            </a:extLst>
          </p:cNvPr>
          <p:cNvCxnSpPr/>
          <p:nvPr/>
        </p:nvCxnSpPr>
        <p:spPr>
          <a:xfrm flipH="1" flipV="1">
            <a:off x="2239451" y="2500160"/>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9" name="Oval 68">
            <a:extLst>
              <a:ext uri="{FF2B5EF4-FFF2-40B4-BE49-F238E27FC236}">
                <a16:creationId xmlns:a16="http://schemas.microsoft.com/office/drawing/2014/main" id="{0E2A7FE5-1DE5-4B60-B2E7-A66833A0A225}"/>
              </a:ext>
            </a:extLst>
          </p:cNvPr>
          <p:cNvSpPr/>
          <p:nvPr/>
        </p:nvSpPr>
        <p:spPr>
          <a:xfrm>
            <a:off x="1791032" y="1770323"/>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73" name="Rectangle 72">
            <a:extLst>
              <a:ext uri="{FF2B5EF4-FFF2-40B4-BE49-F238E27FC236}">
                <a16:creationId xmlns:a16="http://schemas.microsoft.com/office/drawing/2014/main" id="{612ADC85-80F2-4555-8323-4322C06CF8B0}"/>
              </a:ext>
            </a:extLst>
          </p:cNvPr>
          <p:cNvSpPr/>
          <p:nvPr/>
        </p:nvSpPr>
        <p:spPr>
          <a:xfrm>
            <a:off x="1464154" y="1290966"/>
            <a:ext cx="1317962" cy="430887"/>
          </a:xfrm>
          <a:prstGeom prst="rect">
            <a:avLst/>
          </a:prstGeom>
        </p:spPr>
        <p:txBody>
          <a:bodyPr wrap="square">
            <a:spAutoFit/>
          </a:bodyPr>
          <a:lstStyle/>
          <a:p>
            <a:pPr algn="ctr"/>
            <a:r>
              <a:rPr lang="en-US" sz="1100" b="1" dirty="0">
                <a:solidFill>
                  <a:schemeClr val="bg1"/>
                </a:solidFill>
                <a:latin typeface="Arial" panose="020B0604020202020204" pitchFamily="34" charset="0"/>
                <a:cs typeface="Arial" panose="020B0604020202020204" pitchFamily="34" charset="0"/>
              </a:rPr>
              <a:t>Contract Management</a:t>
            </a:r>
          </a:p>
        </p:txBody>
      </p:sp>
      <p:sp>
        <p:nvSpPr>
          <p:cNvPr id="95" name="Rectangle 94">
            <a:extLst>
              <a:ext uri="{FF2B5EF4-FFF2-40B4-BE49-F238E27FC236}">
                <a16:creationId xmlns:a16="http://schemas.microsoft.com/office/drawing/2014/main" id="{378FE9BD-1DC5-43E9-A03D-F0CAFBA9F6EB}"/>
              </a:ext>
            </a:extLst>
          </p:cNvPr>
          <p:cNvSpPr/>
          <p:nvPr/>
        </p:nvSpPr>
        <p:spPr>
          <a:xfrm>
            <a:off x="2359660" y="1275002"/>
            <a:ext cx="2767888" cy="430887"/>
          </a:xfrm>
          <a:prstGeom prst="rect">
            <a:avLst/>
          </a:prstGeom>
        </p:spPr>
        <p:txBody>
          <a:bodyPr wrap="square">
            <a:spAutoFit/>
          </a:bodyPr>
          <a:lstStyle/>
          <a:p>
            <a:pPr algn="ctr"/>
            <a:r>
              <a:rPr lang="en-GB" sz="1100" b="1" dirty="0">
                <a:solidFill>
                  <a:schemeClr val="bg1"/>
                </a:solidFill>
                <a:latin typeface="Arial" panose="020B0604020202020204" pitchFamily="34" charset="0"/>
                <a:cs typeface="Arial" panose="020B0604020202020204" pitchFamily="34" charset="0"/>
              </a:rPr>
              <a:t>Engineering South</a:t>
            </a:r>
          </a:p>
          <a:p>
            <a:pPr algn="ctr"/>
            <a:r>
              <a:rPr lang="en-GB" sz="1100" b="1" dirty="0">
                <a:solidFill>
                  <a:schemeClr val="bg1"/>
                </a:solidFill>
                <a:latin typeface="Arial" panose="020B0604020202020204" pitchFamily="34" charset="0"/>
                <a:cs typeface="Arial" panose="020B0604020202020204" pitchFamily="34" charset="0"/>
              </a:rPr>
              <a:t>(SAMP &amp; Site Husbandry)</a:t>
            </a:r>
            <a:endParaRPr lang="en-US" sz="1100" b="1" dirty="0">
              <a:solidFill>
                <a:schemeClr val="bg1"/>
              </a:solidFill>
              <a:latin typeface="Arial" panose="020B0604020202020204" pitchFamily="34" charset="0"/>
              <a:cs typeface="Arial" panose="020B0604020202020204" pitchFamily="34" charset="0"/>
            </a:endParaRPr>
          </a:p>
        </p:txBody>
      </p:sp>
      <p:pic>
        <p:nvPicPr>
          <p:cNvPr id="97" name="Picture 96">
            <a:hlinkClick r:id="rId2" action="ppaction://hlinksldjump"/>
            <a:extLst>
              <a:ext uri="{FF2B5EF4-FFF2-40B4-BE49-F238E27FC236}">
                <a16:creationId xmlns:a16="http://schemas.microsoft.com/office/drawing/2014/main" id="{829C4742-9499-4068-85F3-C6DB61CF68D9}"/>
              </a:ext>
            </a:extLst>
          </p:cNvPr>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516096" y="2010421"/>
            <a:ext cx="375899" cy="326355"/>
          </a:xfrm>
          <a:prstGeom prst="rect">
            <a:avLst/>
          </a:prstGeom>
        </p:spPr>
      </p:pic>
      <p:pic>
        <p:nvPicPr>
          <p:cNvPr id="98" name="Picture 97">
            <a:extLst>
              <a:ext uri="{FF2B5EF4-FFF2-40B4-BE49-F238E27FC236}">
                <a16:creationId xmlns:a16="http://schemas.microsoft.com/office/drawing/2014/main" id="{EA5F8950-FF42-4652-921A-F0E190C932D8}"/>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395561" y="1907393"/>
            <a:ext cx="605157" cy="566677"/>
          </a:xfrm>
          <a:prstGeom prst="rect">
            <a:avLst/>
          </a:prstGeom>
        </p:spPr>
      </p:pic>
      <p:sp>
        <p:nvSpPr>
          <p:cNvPr id="104" name="Rectangle 103">
            <a:extLst>
              <a:ext uri="{FF2B5EF4-FFF2-40B4-BE49-F238E27FC236}">
                <a16:creationId xmlns:a16="http://schemas.microsoft.com/office/drawing/2014/main" id="{B0D3313A-371D-426C-9517-B51B5954C47C}"/>
              </a:ext>
            </a:extLst>
          </p:cNvPr>
          <p:cNvSpPr/>
          <p:nvPr/>
        </p:nvSpPr>
        <p:spPr>
          <a:xfrm>
            <a:off x="3046793" y="2791000"/>
            <a:ext cx="1292400" cy="2296453"/>
          </a:xfrm>
          <a:prstGeom prst="rect">
            <a:avLst/>
          </a:prstGeom>
          <a:solidFill>
            <a:schemeClr val="accent5">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900" b="1" u="sng" dirty="0">
              <a:solidFill>
                <a:schemeClr val="tx1"/>
              </a:solidFill>
              <a:latin typeface="Arial" panose="020B0604020202020204" pitchFamily="34" charset="0"/>
              <a:cs typeface="Arial" panose="020B0604020202020204" pitchFamily="34" charset="0"/>
            </a:endParaRPr>
          </a:p>
          <a:p>
            <a:pPr algn="ctr"/>
            <a:r>
              <a:rPr lang="en-GB" sz="900" b="1" u="sng" dirty="0">
                <a:solidFill>
                  <a:schemeClr val="tx1"/>
                </a:solidFill>
                <a:latin typeface="Arial" panose="020B0604020202020204" pitchFamily="34" charset="0"/>
                <a:cs typeface="Arial" panose="020B0604020202020204" pitchFamily="34" charset="0"/>
              </a:rPr>
              <a:t>Engineers – South</a:t>
            </a:r>
          </a:p>
          <a:p>
            <a:pPr algn="ctr"/>
            <a:r>
              <a:rPr lang="en-GB" sz="900" dirty="0">
                <a:solidFill>
                  <a:schemeClr val="tx1"/>
                </a:solidFill>
                <a:latin typeface="Arial" panose="020B0604020202020204" pitchFamily="34" charset="0"/>
                <a:cs typeface="Arial" panose="020B0604020202020204" pitchFamily="34" charset="0"/>
              </a:rPr>
              <a:t>Phil Burbidge</a:t>
            </a:r>
          </a:p>
          <a:p>
            <a:pPr algn="ctr"/>
            <a:r>
              <a:rPr lang="en-GB" sz="900" dirty="0">
                <a:solidFill>
                  <a:schemeClr val="tx1"/>
                </a:solidFill>
                <a:latin typeface="Arial" panose="020B0604020202020204" pitchFamily="34" charset="0"/>
                <a:cs typeface="Arial" panose="020B0604020202020204" pitchFamily="34" charset="0"/>
              </a:rPr>
              <a:t>Ryan Edwards</a:t>
            </a:r>
          </a:p>
          <a:p>
            <a:pPr algn="ctr"/>
            <a:r>
              <a:rPr lang="en-GB" sz="900" dirty="0">
                <a:solidFill>
                  <a:schemeClr val="tx1"/>
                </a:solidFill>
                <a:latin typeface="Arial" panose="020B0604020202020204" pitchFamily="34" charset="0"/>
                <a:cs typeface="Arial" panose="020B0604020202020204" pitchFamily="34" charset="0"/>
              </a:rPr>
              <a:t>Damon Goulding </a:t>
            </a:r>
          </a:p>
          <a:p>
            <a:pPr algn="ctr"/>
            <a:r>
              <a:rPr lang="en-GB" sz="900" dirty="0">
                <a:solidFill>
                  <a:schemeClr val="tx1"/>
                </a:solidFill>
                <a:latin typeface="Arial" panose="020B0604020202020204" pitchFamily="34" charset="0"/>
                <a:cs typeface="Arial" panose="020B0604020202020204" pitchFamily="34" charset="0"/>
              </a:rPr>
              <a:t>Steven Knight</a:t>
            </a:r>
          </a:p>
          <a:p>
            <a:pPr algn="ctr"/>
            <a:r>
              <a:rPr lang="en-GB" sz="900" dirty="0">
                <a:solidFill>
                  <a:schemeClr val="tx1"/>
                </a:solidFill>
                <a:latin typeface="Arial" panose="020B0604020202020204" pitchFamily="34" charset="0"/>
                <a:cs typeface="Arial" panose="020B0604020202020204" pitchFamily="34" charset="0"/>
              </a:rPr>
              <a:t>Steve McMahon</a:t>
            </a:r>
          </a:p>
          <a:p>
            <a:pPr algn="ctr"/>
            <a:r>
              <a:rPr lang="en-GB" sz="900" dirty="0">
                <a:solidFill>
                  <a:schemeClr val="tx1"/>
                </a:solidFill>
                <a:latin typeface="Arial" panose="020B0604020202020204" pitchFamily="34" charset="0"/>
                <a:cs typeface="Arial" panose="020B0604020202020204" pitchFamily="34" charset="0"/>
              </a:rPr>
              <a:t>Damian Murray Andrew Newton (EI)</a:t>
            </a:r>
          </a:p>
          <a:p>
            <a:pPr algn="ctr"/>
            <a:r>
              <a:rPr lang="en-GB" sz="900" dirty="0">
                <a:solidFill>
                  <a:schemeClr val="tx1"/>
                </a:solidFill>
                <a:latin typeface="Arial" panose="020B0604020202020204" pitchFamily="34" charset="0"/>
                <a:cs typeface="Arial" panose="020B0604020202020204" pitchFamily="34" charset="0"/>
              </a:rPr>
              <a:t>Marta Wypych</a:t>
            </a:r>
          </a:p>
          <a:p>
            <a:pPr algn="ctr"/>
            <a:endParaRPr lang="en-GB" sz="900" dirty="0">
              <a:solidFill>
                <a:schemeClr val="tx1"/>
              </a:solidFill>
              <a:latin typeface="Arial" panose="020B0604020202020204" pitchFamily="34" charset="0"/>
              <a:cs typeface="Arial" panose="020B0604020202020204" pitchFamily="34" charset="0"/>
            </a:endParaRPr>
          </a:p>
          <a:p>
            <a:pPr algn="ctr"/>
            <a:r>
              <a:rPr lang="en-GB" sz="900" b="1" u="sng" dirty="0">
                <a:solidFill>
                  <a:schemeClr val="tx1"/>
                </a:solidFill>
                <a:latin typeface="Arial" panose="020B0604020202020204" pitchFamily="34" charset="0"/>
                <a:cs typeface="Arial" panose="020B0604020202020204" pitchFamily="34" charset="0"/>
              </a:rPr>
              <a:t>Back-Office</a:t>
            </a:r>
          </a:p>
          <a:p>
            <a:pPr algn="ctr"/>
            <a:r>
              <a:rPr lang="en-GB" sz="900" dirty="0">
                <a:solidFill>
                  <a:schemeClr val="tx1"/>
                </a:solidFill>
                <a:latin typeface="Arial" panose="020B0604020202020204" pitchFamily="34" charset="0"/>
                <a:cs typeface="Arial" panose="020B0604020202020204" pitchFamily="34" charset="0"/>
              </a:rPr>
              <a:t>Karam Kaur</a:t>
            </a:r>
          </a:p>
          <a:p>
            <a:pPr algn="ctr"/>
            <a:r>
              <a:rPr lang="en-GB" sz="900" dirty="0">
                <a:solidFill>
                  <a:schemeClr val="tx1"/>
                </a:solidFill>
                <a:latin typeface="Arial" panose="020B0604020202020204" pitchFamily="34" charset="0"/>
                <a:cs typeface="Arial" panose="020B0604020202020204" pitchFamily="34" charset="0"/>
              </a:rPr>
              <a:t>Luke Mullins</a:t>
            </a:r>
          </a:p>
          <a:p>
            <a:pPr algn="ctr"/>
            <a:r>
              <a:rPr lang="en-GB" sz="900" dirty="0">
                <a:solidFill>
                  <a:schemeClr val="tx1"/>
                </a:solidFill>
                <a:latin typeface="Arial" panose="020B0604020202020204" pitchFamily="34" charset="0"/>
                <a:cs typeface="Arial" panose="020B0604020202020204" pitchFamily="34" charset="0"/>
              </a:rPr>
              <a:t>Mohammed Wasim</a:t>
            </a:r>
          </a:p>
          <a:p>
            <a:pPr algn="ctr"/>
            <a:endParaRPr lang="en-GB" sz="900" dirty="0">
              <a:solidFill>
                <a:schemeClr val="tx1"/>
              </a:solidFill>
              <a:latin typeface="Arial" panose="020B0604020202020204" pitchFamily="34" charset="0"/>
              <a:cs typeface="Arial" panose="020B0604020202020204" pitchFamily="34" charset="0"/>
            </a:endParaRPr>
          </a:p>
          <a:p>
            <a:pPr algn="ctr"/>
            <a:endParaRPr lang="en-GB" sz="900" dirty="0">
              <a:solidFill>
                <a:schemeClr val="tx1"/>
              </a:solidFill>
              <a:latin typeface="Arial" panose="020B0604020202020204" pitchFamily="34" charset="0"/>
              <a:cs typeface="Arial" panose="020B0604020202020204" pitchFamily="34" charset="0"/>
            </a:endParaRPr>
          </a:p>
          <a:p>
            <a:pPr algn="ctr"/>
            <a:endParaRPr lang="en-GB" sz="900" dirty="0">
              <a:solidFill>
                <a:schemeClr val="tx1"/>
              </a:solidFill>
              <a:latin typeface="Arial" panose="020B0604020202020204" pitchFamily="34" charset="0"/>
              <a:cs typeface="Arial" panose="020B0604020202020204" pitchFamily="34" charset="0"/>
            </a:endParaRPr>
          </a:p>
          <a:p>
            <a:pPr algn="ctr"/>
            <a:endParaRPr lang="en-GB" sz="900" i="1" u="sng"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endParaRPr>
          </a:p>
        </p:txBody>
      </p:sp>
      <p:sp>
        <p:nvSpPr>
          <p:cNvPr id="105" name="TextBox 104">
            <a:extLst>
              <a:ext uri="{FF2B5EF4-FFF2-40B4-BE49-F238E27FC236}">
                <a16:creationId xmlns:a16="http://schemas.microsoft.com/office/drawing/2014/main" id="{9E1CE589-3348-4C15-90AB-D1A940214734}"/>
              </a:ext>
            </a:extLst>
          </p:cNvPr>
          <p:cNvSpPr txBox="1"/>
          <p:nvPr/>
        </p:nvSpPr>
        <p:spPr>
          <a:xfrm>
            <a:off x="1608131" y="2779130"/>
            <a:ext cx="1291606" cy="2308324"/>
          </a:xfrm>
          <a:prstGeom prst="rect">
            <a:avLst/>
          </a:prstGeom>
          <a:solidFill>
            <a:schemeClr val="accent6">
              <a:lumMod val="20000"/>
              <a:lumOff val="80000"/>
            </a:schemeClr>
          </a:solidFill>
          <a:ln w="19050">
            <a:solidFill>
              <a:schemeClr val="bg1"/>
            </a:solidFill>
          </a:ln>
        </p:spPr>
        <p:txBody>
          <a:bodyPr wrap="square" rtlCol="0">
            <a:spAutoFit/>
          </a:bodyPr>
          <a:lstStyle/>
          <a:p>
            <a:pPr algn="ctr"/>
            <a:endParaRPr lang="en-US" sz="900" b="1" u="sng" dirty="0">
              <a:latin typeface="Arial" panose="020B0604020202020204" pitchFamily="34" charset="0"/>
              <a:cs typeface="Arial" panose="020B0604020202020204" pitchFamily="34" charset="0"/>
            </a:endParaRPr>
          </a:p>
          <a:p>
            <a:pPr algn="ctr"/>
            <a:r>
              <a:rPr lang="en-US" sz="900" b="1" u="sng" dirty="0">
                <a:latin typeface="Arial" panose="020B0604020202020204" pitchFamily="34" charset="0"/>
                <a:cs typeface="Arial" panose="020B0604020202020204" pitchFamily="34" charset="0"/>
              </a:rPr>
              <a:t>Contract </a:t>
            </a:r>
            <a:r>
              <a:rPr lang="en-US" sz="900" b="1" u="sng" dirty="0" err="1">
                <a:latin typeface="Arial" panose="020B0604020202020204" pitchFamily="34" charset="0"/>
                <a:cs typeface="Arial" panose="020B0604020202020204" pitchFamily="34" charset="0"/>
              </a:rPr>
              <a:t>Mgmt</a:t>
            </a:r>
            <a:endParaRPr lang="en-US" sz="900" b="1" u="sng" dirty="0">
              <a:latin typeface="Arial" panose="020B0604020202020204" pitchFamily="34" charset="0"/>
              <a:cs typeface="Arial" panose="020B0604020202020204" pitchFamily="34" charset="0"/>
            </a:endParaRPr>
          </a:p>
          <a:p>
            <a:pPr algn="ctr"/>
            <a:r>
              <a:rPr lang="en-US" sz="900" dirty="0">
                <a:latin typeface="Arial" panose="020B0604020202020204" pitchFamily="34" charset="0"/>
                <a:cs typeface="Arial" panose="020B0604020202020204" pitchFamily="34" charset="0"/>
              </a:rPr>
              <a:t>Amy Brown </a:t>
            </a:r>
            <a:endParaRPr lang="en-GB" sz="900" dirty="0">
              <a:latin typeface="Arial" panose="020B0604020202020204" pitchFamily="34" charset="0"/>
              <a:cs typeface="Arial" panose="020B0604020202020204" pitchFamily="34" charset="0"/>
            </a:endParaRPr>
          </a:p>
          <a:p>
            <a:pPr algn="ctr"/>
            <a:r>
              <a:rPr lang="en-GB" sz="900" dirty="0">
                <a:latin typeface="Arial" panose="020B0604020202020204" pitchFamily="34" charset="0"/>
                <a:cs typeface="Arial" panose="020B0604020202020204" pitchFamily="34" charset="0"/>
              </a:rPr>
              <a:t>Kate Grieves (M/L)</a:t>
            </a:r>
          </a:p>
          <a:p>
            <a:pPr algn="ctr"/>
            <a:r>
              <a:rPr lang="en-GB" sz="900" dirty="0">
                <a:latin typeface="Arial" panose="020B0604020202020204" pitchFamily="34" charset="0"/>
                <a:cs typeface="Arial" panose="020B0604020202020204" pitchFamily="34" charset="0"/>
              </a:rPr>
              <a:t>Mark </a:t>
            </a:r>
            <a:r>
              <a:rPr lang="en-GB" sz="900" dirty="0" err="1">
                <a:latin typeface="Arial" panose="020B0604020202020204" pitchFamily="34" charset="0"/>
                <a:cs typeface="Arial" panose="020B0604020202020204" pitchFamily="34" charset="0"/>
              </a:rPr>
              <a:t>Tarran</a:t>
            </a:r>
            <a:endParaRPr lang="en-GB" sz="900" dirty="0">
              <a:latin typeface="Arial" panose="020B0604020202020204" pitchFamily="34" charset="0"/>
              <a:cs typeface="Arial" panose="020B0604020202020204" pitchFamily="34" charset="0"/>
            </a:endParaRPr>
          </a:p>
          <a:p>
            <a:pPr algn="ctr"/>
            <a:r>
              <a:rPr lang="en-GB" sz="900" dirty="0">
                <a:latin typeface="Arial" panose="020B0604020202020204" pitchFamily="34" charset="0"/>
                <a:cs typeface="Arial" panose="020B0604020202020204" pitchFamily="34" charset="0"/>
              </a:rPr>
              <a:t>Andrew Wadley</a:t>
            </a:r>
          </a:p>
          <a:p>
            <a:pPr algn="ctr"/>
            <a:endParaRPr lang="en-GB" sz="900" dirty="0">
              <a:latin typeface="Arial" panose="020B0604020202020204" pitchFamily="34" charset="0"/>
              <a:cs typeface="Arial" panose="020B0604020202020204" pitchFamily="34" charset="0"/>
            </a:endParaRPr>
          </a:p>
          <a:p>
            <a:pPr algn="ctr"/>
            <a:r>
              <a:rPr lang="en-GB" sz="900" b="1" u="sng" dirty="0">
                <a:latin typeface="Arial" panose="020B0604020202020204" pitchFamily="34" charset="0"/>
                <a:cs typeface="Arial" panose="020B0604020202020204" pitchFamily="34" charset="0"/>
              </a:rPr>
              <a:t>Invoicing &amp; Support</a:t>
            </a:r>
          </a:p>
          <a:p>
            <a:pPr algn="ctr"/>
            <a:r>
              <a:rPr lang="en-GB" sz="900" dirty="0">
                <a:latin typeface="Arial" panose="020B0604020202020204" pitchFamily="34" charset="0"/>
                <a:cs typeface="Arial" panose="020B0604020202020204" pitchFamily="34" charset="0"/>
              </a:rPr>
              <a:t>Callum Beddows</a:t>
            </a:r>
          </a:p>
          <a:p>
            <a:pPr algn="ctr"/>
            <a:r>
              <a:rPr lang="en-GB" sz="900" dirty="0">
                <a:latin typeface="Arial" panose="020B0604020202020204" pitchFamily="34" charset="0"/>
                <a:cs typeface="Arial" panose="020B0604020202020204" pitchFamily="34" charset="0"/>
              </a:rPr>
              <a:t>David Blacker</a:t>
            </a:r>
          </a:p>
          <a:p>
            <a:pPr algn="ctr"/>
            <a:r>
              <a:rPr lang="en-US" sz="900" dirty="0">
                <a:latin typeface="Arial" panose="020B0604020202020204" pitchFamily="34" charset="0"/>
                <a:cs typeface="Arial" panose="020B0604020202020204" pitchFamily="34" charset="0"/>
              </a:rPr>
              <a:t>Zoe Cresswell</a:t>
            </a:r>
            <a:endParaRPr lang="en-GB" sz="900" dirty="0">
              <a:latin typeface="Arial" panose="020B0604020202020204" pitchFamily="34" charset="0"/>
              <a:cs typeface="Arial" panose="020B0604020202020204" pitchFamily="34" charset="0"/>
            </a:endParaRPr>
          </a:p>
          <a:p>
            <a:pPr algn="ctr"/>
            <a:r>
              <a:rPr lang="en-GB" sz="900" dirty="0">
                <a:latin typeface="Arial" panose="020B0604020202020204" pitchFamily="34" charset="0"/>
                <a:cs typeface="Arial" panose="020B0604020202020204" pitchFamily="34" charset="0"/>
              </a:rPr>
              <a:t>Claire Holt</a:t>
            </a:r>
          </a:p>
          <a:p>
            <a:pPr algn="ctr"/>
            <a:r>
              <a:rPr lang="en-GB" sz="900" dirty="0">
                <a:latin typeface="Arial" panose="020B0604020202020204" pitchFamily="34" charset="0"/>
                <a:cs typeface="Arial" panose="020B0604020202020204" pitchFamily="34" charset="0"/>
              </a:rPr>
              <a:t>Mark Norman</a:t>
            </a:r>
          </a:p>
          <a:p>
            <a:pPr algn="ctr"/>
            <a:r>
              <a:rPr lang="en-GB" sz="900" dirty="0">
                <a:latin typeface="Arial" panose="020B0604020202020204" pitchFamily="34" charset="0"/>
                <a:cs typeface="Arial" panose="020B0604020202020204" pitchFamily="34" charset="0"/>
              </a:rPr>
              <a:t>Juliette Simms</a:t>
            </a:r>
          </a:p>
          <a:p>
            <a:pPr algn="ctr"/>
            <a:endParaRPr lang="en-GB" sz="900" dirty="0">
              <a:latin typeface="Arial" panose="020B0604020202020204" pitchFamily="34" charset="0"/>
              <a:cs typeface="Arial" panose="020B0604020202020204" pitchFamily="34" charset="0"/>
            </a:endParaRPr>
          </a:p>
          <a:p>
            <a:pPr algn="ctr"/>
            <a:endParaRPr lang="en-GB" sz="900" dirty="0">
              <a:latin typeface="Arial" panose="020B0604020202020204" pitchFamily="34" charset="0"/>
              <a:cs typeface="Arial" panose="020B0604020202020204" pitchFamily="34" charset="0"/>
            </a:endParaRPr>
          </a:p>
        </p:txBody>
      </p:sp>
      <p:sp>
        <p:nvSpPr>
          <p:cNvPr id="106" name="Rectangle 105">
            <a:extLst>
              <a:ext uri="{FF2B5EF4-FFF2-40B4-BE49-F238E27FC236}">
                <a16:creationId xmlns:a16="http://schemas.microsoft.com/office/drawing/2014/main" id="{F2EFB79C-52AC-43CD-80A0-D67F228CC800}"/>
              </a:ext>
            </a:extLst>
          </p:cNvPr>
          <p:cNvSpPr/>
          <p:nvPr/>
        </p:nvSpPr>
        <p:spPr>
          <a:xfrm>
            <a:off x="4339193" y="1280116"/>
            <a:ext cx="3004413" cy="430887"/>
          </a:xfrm>
          <a:prstGeom prst="rect">
            <a:avLst/>
          </a:prstGeom>
        </p:spPr>
        <p:txBody>
          <a:bodyPr wrap="square">
            <a:spAutoFit/>
          </a:bodyPr>
          <a:lstStyle/>
          <a:p>
            <a:pPr algn="ctr"/>
            <a:r>
              <a:rPr lang="en-GB" sz="1100" b="1" dirty="0">
                <a:solidFill>
                  <a:schemeClr val="bg1"/>
                </a:solidFill>
                <a:latin typeface="Arial" panose="020B0604020202020204" pitchFamily="34" charset="0"/>
                <a:cs typeface="Arial" panose="020B0604020202020204" pitchFamily="34" charset="0"/>
              </a:rPr>
              <a:t>Engineering North</a:t>
            </a:r>
          </a:p>
          <a:p>
            <a:pPr algn="ctr"/>
            <a:r>
              <a:rPr lang="en-GB" sz="1100" b="1" dirty="0">
                <a:solidFill>
                  <a:schemeClr val="bg1"/>
                </a:solidFill>
                <a:latin typeface="Arial" panose="020B0604020202020204" pitchFamily="34" charset="0"/>
                <a:cs typeface="Arial" panose="020B0604020202020204" pitchFamily="34" charset="0"/>
              </a:rPr>
              <a:t>(maintenance &amp; assurance)</a:t>
            </a:r>
            <a:endParaRPr lang="en-US" sz="1100" b="1" dirty="0">
              <a:solidFill>
                <a:schemeClr val="bg1"/>
              </a:solidFill>
              <a:latin typeface="Arial" panose="020B0604020202020204" pitchFamily="34" charset="0"/>
              <a:cs typeface="Arial" panose="020B0604020202020204" pitchFamily="34" charset="0"/>
            </a:endParaRPr>
          </a:p>
        </p:txBody>
      </p:sp>
      <p:cxnSp>
        <p:nvCxnSpPr>
          <p:cNvPr id="111" name="Straight Connector 110">
            <a:extLst>
              <a:ext uri="{FF2B5EF4-FFF2-40B4-BE49-F238E27FC236}">
                <a16:creationId xmlns:a16="http://schemas.microsoft.com/office/drawing/2014/main" id="{F521174F-9A36-4CDB-9D52-73E255177195}"/>
              </a:ext>
            </a:extLst>
          </p:cNvPr>
          <p:cNvCxnSpPr>
            <a:cxnSpLocks/>
          </p:cNvCxnSpPr>
          <p:nvPr/>
        </p:nvCxnSpPr>
        <p:spPr>
          <a:xfrm>
            <a:off x="797363" y="3094001"/>
            <a:ext cx="0" cy="684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5" name="Rectangle 114">
            <a:extLst>
              <a:ext uri="{FF2B5EF4-FFF2-40B4-BE49-F238E27FC236}">
                <a16:creationId xmlns:a16="http://schemas.microsoft.com/office/drawing/2014/main" id="{1852DC8C-6B7B-40BD-9DFA-05FF17F6143C}"/>
              </a:ext>
            </a:extLst>
          </p:cNvPr>
          <p:cNvSpPr/>
          <p:nvPr/>
        </p:nvSpPr>
        <p:spPr>
          <a:xfrm>
            <a:off x="-10385" y="1261062"/>
            <a:ext cx="1521752" cy="646331"/>
          </a:xfrm>
          <a:prstGeom prst="rect">
            <a:avLst/>
          </a:prstGeom>
        </p:spPr>
        <p:txBody>
          <a:bodyPr wrap="square">
            <a:spAutoFit/>
          </a:bodyPr>
          <a:lstStyle/>
          <a:p>
            <a:pPr algn="ctr"/>
            <a:r>
              <a:rPr lang="en-GB" sz="1200" b="1" dirty="0">
                <a:solidFill>
                  <a:schemeClr val="bg1"/>
                </a:solidFill>
                <a:latin typeface="Arial" panose="020B0604020202020204" pitchFamily="34" charset="0"/>
                <a:cs typeface="Arial" panose="020B0604020202020204" pitchFamily="34" charset="0"/>
              </a:rPr>
              <a:t>Operations Specialist</a:t>
            </a:r>
          </a:p>
          <a:p>
            <a:pPr algn="ctr"/>
            <a:r>
              <a:rPr lang="en-GB" sz="1200" b="1" dirty="0">
                <a:solidFill>
                  <a:schemeClr val="bg1"/>
                </a:solidFill>
                <a:latin typeface="Arial" panose="020B0604020202020204" pitchFamily="34" charset="0"/>
                <a:cs typeface="Arial" panose="020B0604020202020204" pitchFamily="34" charset="0"/>
              </a:rPr>
              <a:t> </a:t>
            </a:r>
            <a:endParaRPr lang="en-US" sz="1200" b="1" dirty="0">
              <a:solidFill>
                <a:schemeClr val="bg1"/>
              </a:solidFill>
              <a:latin typeface="Arial" panose="020B0604020202020204" pitchFamily="34" charset="0"/>
              <a:cs typeface="Arial" panose="020B0604020202020204" pitchFamily="34" charset="0"/>
            </a:endParaRPr>
          </a:p>
        </p:txBody>
      </p:sp>
      <p:sp>
        <p:nvSpPr>
          <p:cNvPr id="117" name="Rectangle 116">
            <a:extLst>
              <a:ext uri="{FF2B5EF4-FFF2-40B4-BE49-F238E27FC236}">
                <a16:creationId xmlns:a16="http://schemas.microsoft.com/office/drawing/2014/main" id="{65EFF70A-D3B2-493F-BCBE-2EFDDC6AF7A0}"/>
              </a:ext>
            </a:extLst>
          </p:cNvPr>
          <p:cNvSpPr/>
          <p:nvPr/>
        </p:nvSpPr>
        <p:spPr>
          <a:xfrm>
            <a:off x="247099" y="2781015"/>
            <a:ext cx="1227503" cy="367164"/>
          </a:xfrm>
          <a:prstGeom prst="rect">
            <a:avLst/>
          </a:prstGeom>
          <a:solidFill>
            <a:schemeClr val="accent2">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latin typeface="Arial" panose="020B0604020202020204" pitchFamily="34" charset="0"/>
                <a:cs typeface="Arial" panose="020B0604020202020204" pitchFamily="34" charset="0"/>
              </a:rPr>
              <a:t>Sarah Shore</a:t>
            </a:r>
          </a:p>
        </p:txBody>
      </p:sp>
      <p:sp>
        <p:nvSpPr>
          <p:cNvPr id="70" name="Oval 69">
            <a:extLst>
              <a:ext uri="{FF2B5EF4-FFF2-40B4-BE49-F238E27FC236}">
                <a16:creationId xmlns:a16="http://schemas.microsoft.com/office/drawing/2014/main" id="{DFE200AA-F627-4A38-ACF0-4DA9C5671E5C}"/>
              </a:ext>
            </a:extLst>
          </p:cNvPr>
          <p:cNvSpPr/>
          <p:nvPr/>
        </p:nvSpPr>
        <p:spPr>
          <a:xfrm>
            <a:off x="4854103" y="1855828"/>
            <a:ext cx="687399" cy="687399"/>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72" name="Picture 71">
            <a:extLst>
              <a:ext uri="{FF2B5EF4-FFF2-40B4-BE49-F238E27FC236}">
                <a16:creationId xmlns:a16="http://schemas.microsoft.com/office/drawing/2014/main" id="{A4F16433-857C-4221-9A71-F36372EAC9F8}"/>
              </a:ext>
            </a:extLst>
          </p:cNvPr>
          <p:cNvPicPr>
            <a:picLocks noChangeAspect="1"/>
          </p:cNvPicPr>
          <p:nvPr/>
        </p:nvPicPr>
        <p:blipFill>
          <a:blip r:embed="rId5"/>
          <a:stretch>
            <a:fillRect/>
          </a:stretch>
        </p:blipFill>
        <p:spPr>
          <a:xfrm>
            <a:off x="4857978" y="1961047"/>
            <a:ext cx="652329" cy="512108"/>
          </a:xfrm>
          <a:prstGeom prst="rect">
            <a:avLst/>
          </a:prstGeom>
        </p:spPr>
      </p:pic>
      <p:sp>
        <p:nvSpPr>
          <p:cNvPr id="118" name="Rectangle 117">
            <a:extLst>
              <a:ext uri="{FF2B5EF4-FFF2-40B4-BE49-F238E27FC236}">
                <a16:creationId xmlns:a16="http://schemas.microsoft.com/office/drawing/2014/main" id="{AACE7931-CAB7-46CF-B6CF-B29D6117187A}"/>
              </a:ext>
            </a:extLst>
          </p:cNvPr>
          <p:cNvSpPr/>
          <p:nvPr/>
        </p:nvSpPr>
        <p:spPr>
          <a:xfrm>
            <a:off x="4482754" y="2791289"/>
            <a:ext cx="1392953" cy="3786230"/>
          </a:xfrm>
          <a:prstGeom prst="rect">
            <a:avLst/>
          </a:prstGeom>
          <a:solidFill>
            <a:schemeClr val="accent4">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900">
              <a:solidFill>
                <a:schemeClr val="tx1"/>
              </a:solidFill>
              <a:latin typeface="Arial" panose="020B0604020202020204" pitchFamily="34" charset="0"/>
              <a:cs typeface="Arial" panose="020B0604020202020204" pitchFamily="34" charset="0"/>
            </a:endParaRPr>
          </a:p>
          <a:p>
            <a:pPr algn="ctr"/>
            <a:endParaRPr lang="en-GB" sz="900">
              <a:solidFill>
                <a:schemeClr val="tx1">
                  <a:lumMod val="90000"/>
                  <a:lumOff val="10000"/>
                </a:schemeClr>
              </a:solidFill>
              <a:latin typeface="Arial" panose="020B0604020202020204" pitchFamily="34" charset="0"/>
              <a:cs typeface="Arial" panose="020B0604020202020204" pitchFamily="34" charset="0"/>
            </a:endParaRPr>
          </a:p>
          <a:p>
            <a:pPr algn="ctr"/>
            <a:endParaRPr lang="en-GB" sz="900" i="1" u="sng">
              <a:solidFill>
                <a:schemeClr val="tx1">
                  <a:lumMod val="90000"/>
                  <a:lumOff val="10000"/>
                </a:schemeClr>
              </a:solidFill>
              <a:latin typeface="Arial" panose="020B0604020202020204" pitchFamily="34" charset="0"/>
              <a:cs typeface="Arial" panose="020B0604020202020204" pitchFamily="34" charset="0"/>
            </a:endParaRPr>
          </a:p>
          <a:p>
            <a:pPr algn="ctr"/>
            <a:endParaRPr lang="en-US">
              <a:solidFill>
                <a:schemeClr val="tx1"/>
              </a:solidFill>
            </a:endParaRPr>
          </a:p>
        </p:txBody>
      </p:sp>
      <p:sp>
        <p:nvSpPr>
          <p:cNvPr id="123" name="TextBox 122">
            <a:extLst>
              <a:ext uri="{FF2B5EF4-FFF2-40B4-BE49-F238E27FC236}">
                <a16:creationId xmlns:a16="http://schemas.microsoft.com/office/drawing/2014/main" id="{B1F45739-584F-4103-9B8E-CA3010EA98CF}"/>
              </a:ext>
            </a:extLst>
          </p:cNvPr>
          <p:cNvSpPr txBox="1"/>
          <p:nvPr/>
        </p:nvSpPr>
        <p:spPr>
          <a:xfrm>
            <a:off x="4427850" y="2645382"/>
            <a:ext cx="1449120" cy="3693319"/>
          </a:xfrm>
          <a:prstGeom prst="rect">
            <a:avLst/>
          </a:prstGeom>
          <a:noFill/>
        </p:spPr>
        <p:txBody>
          <a:bodyPr wrap="square" rtlCol="0">
            <a:spAutoFit/>
          </a:bodyPr>
          <a:lstStyle/>
          <a:p>
            <a:pPr algn="ctr"/>
            <a:endParaRPr lang="en-GB" sz="900" b="1" u="sng" dirty="0">
              <a:latin typeface="Arial" panose="020B0604020202020204" pitchFamily="34" charset="0"/>
              <a:cs typeface="Arial" panose="020B0604020202020204" pitchFamily="34" charset="0"/>
            </a:endParaRPr>
          </a:p>
          <a:p>
            <a:pPr algn="ctr"/>
            <a:endParaRPr lang="en-GB" sz="900" b="1" u="sng" dirty="0">
              <a:latin typeface="Arial" panose="020B0604020202020204" pitchFamily="34" charset="0"/>
              <a:cs typeface="Arial" panose="020B0604020202020204" pitchFamily="34" charset="0"/>
            </a:endParaRPr>
          </a:p>
          <a:p>
            <a:pPr algn="ctr"/>
            <a:r>
              <a:rPr lang="en-GB" sz="900" b="1" u="sng" dirty="0">
                <a:latin typeface="Arial" panose="020B0604020202020204" pitchFamily="34" charset="0"/>
                <a:cs typeface="Arial" panose="020B0604020202020204" pitchFamily="34" charset="0"/>
              </a:rPr>
              <a:t>Engineers – North</a:t>
            </a:r>
          </a:p>
          <a:p>
            <a:pPr algn="ctr"/>
            <a:r>
              <a:rPr lang="en-GB" sz="900" dirty="0">
                <a:latin typeface="Arial" panose="020B0604020202020204" pitchFamily="34" charset="0"/>
                <a:cs typeface="Arial" panose="020B0604020202020204" pitchFamily="34" charset="0"/>
              </a:rPr>
              <a:t>Daron Alexander (EI)</a:t>
            </a:r>
          </a:p>
          <a:p>
            <a:pPr algn="ctr"/>
            <a:r>
              <a:rPr lang="en-GB" sz="900" dirty="0">
                <a:latin typeface="Arial" panose="020B0604020202020204" pitchFamily="34" charset="0"/>
                <a:cs typeface="Arial" panose="020B0604020202020204" pitchFamily="34" charset="0"/>
              </a:rPr>
              <a:t>John Davies</a:t>
            </a:r>
          </a:p>
          <a:p>
            <a:pPr algn="ctr"/>
            <a:r>
              <a:rPr lang="en-GB" sz="900" dirty="0">
                <a:latin typeface="Arial" panose="020B0604020202020204" pitchFamily="34" charset="0"/>
                <a:cs typeface="Arial" panose="020B0604020202020204" pitchFamily="34" charset="0"/>
              </a:rPr>
              <a:t>Paul Kundi</a:t>
            </a:r>
          </a:p>
          <a:p>
            <a:pPr algn="ctr"/>
            <a:r>
              <a:rPr lang="en-GB" sz="900" dirty="0">
                <a:latin typeface="Arial" panose="020B0604020202020204" pitchFamily="34" charset="0"/>
                <a:cs typeface="Arial" panose="020B0604020202020204" pitchFamily="34" charset="0"/>
              </a:rPr>
              <a:t>Dave </a:t>
            </a:r>
            <a:r>
              <a:rPr lang="en-GB" sz="900" dirty="0" err="1">
                <a:latin typeface="Arial" panose="020B0604020202020204" pitchFamily="34" charset="0"/>
                <a:cs typeface="Arial" panose="020B0604020202020204" pitchFamily="34" charset="0"/>
              </a:rPr>
              <a:t>McRoy</a:t>
            </a:r>
            <a:endParaRPr lang="en-GB" sz="900" dirty="0">
              <a:latin typeface="Arial" panose="020B0604020202020204" pitchFamily="34" charset="0"/>
              <a:cs typeface="Arial" panose="020B0604020202020204" pitchFamily="34" charset="0"/>
            </a:endParaRPr>
          </a:p>
          <a:p>
            <a:pPr algn="ctr"/>
            <a:r>
              <a:rPr lang="en-GB" sz="900" dirty="0">
                <a:latin typeface="Arial" panose="020B0604020202020204" pitchFamily="34" charset="0"/>
                <a:cs typeface="Arial" panose="020B0604020202020204" pitchFamily="34" charset="0"/>
              </a:rPr>
              <a:t>Michael Simpson</a:t>
            </a:r>
            <a:endParaRPr lang="en-GB" sz="900" b="1" dirty="0">
              <a:latin typeface="Arial" panose="020B0604020202020204" pitchFamily="34" charset="0"/>
              <a:cs typeface="Arial" panose="020B0604020202020204" pitchFamily="34" charset="0"/>
            </a:endParaRPr>
          </a:p>
          <a:p>
            <a:pPr algn="ctr"/>
            <a:endParaRPr lang="en-GB" sz="900" b="1" dirty="0">
              <a:latin typeface="Arial" panose="020B0604020202020204" pitchFamily="34" charset="0"/>
              <a:cs typeface="Arial" panose="020B0604020202020204" pitchFamily="34" charset="0"/>
            </a:endParaRPr>
          </a:p>
          <a:p>
            <a:pPr algn="ctr"/>
            <a:r>
              <a:rPr lang="en-GB" sz="900" b="1" u="sng" dirty="0">
                <a:latin typeface="Arial" panose="020B0604020202020204" pitchFamily="34" charset="0"/>
                <a:cs typeface="Arial" panose="020B0604020202020204" pitchFamily="34" charset="0"/>
              </a:rPr>
              <a:t>Assurance Engineers</a:t>
            </a:r>
          </a:p>
          <a:p>
            <a:pPr algn="ctr" defTabSz="355600">
              <a:spcBef>
                <a:spcPct val="0"/>
              </a:spcBef>
            </a:pPr>
            <a:r>
              <a:rPr lang="en-GB" sz="900" dirty="0">
                <a:latin typeface="Arial" panose="020B0604020202020204" pitchFamily="34" charset="0"/>
                <a:cs typeface="Arial" panose="020B0604020202020204" pitchFamily="34" charset="0"/>
              </a:rPr>
              <a:t>Andrew Goddard</a:t>
            </a:r>
          </a:p>
          <a:p>
            <a:pPr algn="ctr" defTabSz="355600">
              <a:spcBef>
                <a:spcPct val="0"/>
              </a:spcBef>
            </a:pPr>
            <a:r>
              <a:rPr lang="en-GB" sz="900" dirty="0">
                <a:latin typeface="Arial" panose="020B0604020202020204" pitchFamily="34" charset="0"/>
                <a:cs typeface="Arial" panose="020B0604020202020204" pitchFamily="34" charset="0"/>
              </a:rPr>
              <a:t>John McCole</a:t>
            </a:r>
          </a:p>
          <a:p>
            <a:pPr algn="ctr" defTabSz="355600">
              <a:spcBef>
                <a:spcPct val="0"/>
              </a:spcBef>
            </a:pPr>
            <a:r>
              <a:rPr lang="en-GB" sz="900" dirty="0">
                <a:latin typeface="Arial" panose="020B0604020202020204" pitchFamily="34" charset="0"/>
                <a:cs typeface="Arial" panose="020B0604020202020204" pitchFamily="34" charset="0"/>
              </a:rPr>
              <a:t>Vacancy</a:t>
            </a:r>
          </a:p>
          <a:p>
            <a:pPr algn="ctr"/>
            <a:endParaRPr lang="en-GB" sz="900" b="1" dirty="0">
              <a:latin typeface="Arial" panose="020B0604020202020204" pitchFamily="34" charset="0"/>
              <a:cs typeface="Arial" panose="020B0604020202020204" pitchFamily="34" charset="0"/>
            </a:endParaRPr>
          </a:p>
          <a:p>
            <a:pPr algn="ctr"/>
            <a:r>
              <a:rPr lang="en-GB" sz="900" b="1" u="sng" dirty="0">
                <a:latin typeface="Arial" panose="020B0604020202020204" pitchFamily="34" charset="0"/>
                <a:cs typeface="Arial" panose="020B0604020202020204" pitchFamily="34" charset="0"/>
              </a:rPr>
              <a:t>Back-Office</a:t>
            </a:r>
          </a:p>
          <a:p>
            <a:pPr algn="ctr"/>
            <a:r>
              <a:rPr lang="en-GB" sz="900" dirty="0">
                <a:latin typeface="Arial" panose="020B0604020202020204" pitchFamily="34" charset="0"/>
                <a:cs typeface="Arial" panose="020B0604020202020204" pitchFamily="34" charset="0"/>
              </a:rPr>
              <a:t>Regan Burley </a:t>
            </a:r>
          </a:p>
          <a:p>
            <a:pPr algn="ctr"/>
            <a:r>
              <a:rPr lang="en-GB" sz="900" dirty="0">
                <a:latin typeface="Arial" panose="020B0604020202020204" pitchFamily="34" charset="0"/>
                <a:cs typeface="Arial" panose="020B0604020202020204" pitchFamily="34" charset="0"/>
              </a:rPr>
              <a:t>Alan Cotterell</a:t>
            </a:r>
          </a:p>
          <a:p>
            <a:pPr algn="ctr"/>
            <a:r>
              <a:rPr lang="en-US" sz="900" dirty="0">
                <a:latin typeface="Arial" panose="020B0604020202020204" pitchFamily="34" charset="0"/>
                <a:cs typeface="Arial" panose="020B0604020202020204" pitchFamily="34" charset="0"/>
              </a:rPr>
              <a:t>Reena Deddi</a:t>
            </a:r>
          </a:p>
          <a:p>
            <a:pPr algn="ctr"/>
            <a:r>
              <a:rPr lang="en-GB" sz="900" dirty="0">
                <a:latin typeface="Arial" panose="020B0604020202020204" pitchFamily="34" charset="0"/>
                <a:cs typeface="Arial" panose="020B0604020202020204" pitchFamily="34" charset="0"/>
              </a:rPr>
              <a:t>Natalie Drydale</a:t>
            </a:r>
          </a:p>
          <a:p>
            <a:pPr algn="ctr"/>
            <a:r>
              <a:rPr lang="en-US" sz="900" dirty="0">
                <a:latin typeface="Arial" panose="020B0604020202020204" pitchFamily="34" charset="0"/>
                <a:cs typeface="Arial" panose="020B0604020202020204" pitchFamily="34" charset="0"/>
              </a:rPr>
              <a:t>Mandeep Garcha </a:t>
            </a:r>
            <a:endParaRPr lang="en-GB" sz="900" dirty="0">
              <a:latin typeface="Arial" panose="020B0604020202020204" pitchFamily="34" charset="0"/>
              <a:cs typeface="Arial" panose="020B0604020202020204" pitchFamily="34" charset="0"/>
            </a:endParaRPr>
          </a:p>
          <a:p>
            <a:pPr algn="ctr"/>
            <a:r>
              <a:rPr lang="en-GB" sz="900" dirty="0">
                <a:latin typeface="Arial" panose="020B0604020202020204" pitchFamily="34" charset="0"/>
                <a:cs typeface="Arial" panose="020B0604020202020204" pitchFamily="34" charset="0"/>
              </a:rPr>
              <a:t>Akbar Hameed</a:t>
            </a:r>
          </a:p>
          <a:p>
            <a:pPr algn="ctr"/>
            <a:r>
              <a:rPr lang="en-US" sz="900" dirty="0">
                <a:latin typeface="Arial" panose="020B0604020202020204" pitchFamily="34" charset="0"/>
                <a:cs typeface="Arial" panose="020B0604020202020204" pitchFamily="34" charset="0"/>
              </a:rPr>
              <a:t>Jake Iremonger</a:t>
            </a:r>
          </a:p>
          <a:p>
            <a:pPr algn="ctr"/>
            <a:r>
              <a:rPr lang="en-GB" sz="900" dirty="0">
                <a:latin typeface="Arial" panose="020B0604020202020204" pitchFamily="34" charset="0"/>
                <a:cs typeface="Arial" panose="020B0604020202020204" pitchFamily="34" charset="0"/>
              </a:rPr>
              <a:t>Varun Joshi</a:t>
            </a:r>
          </a:p>
          <a:p>
            <a:pPr algn="ctr"/>
            <a:r>
              <a:rPr lang="en-GB" sz="900" dirty="0">
                <a:latin typeface="Arial" panose="020B0604020202020204" pitchFamily="34" charset="0"/>
                <a:cs typeface="Arial" panose="020B0604020202020204" pitchFamily="34" charset="0"/>
              </a:rPr>
              <a:t>Saghir Khan</a:t>
            </a:r>
          </a:p>
          <a:p>
            <a:pPr algn="ctr"/>
            <a:r>
              <a:rPr lang="en-US" sz="900" dirty="0">
                <a:latin typeface="Arial" panose="020B0604020202020204" pitchFamily="34" charset="0"/>
                <a:cs typeface="Arial" panose="020B0604020202020204" pitchFamily="34" charset="0"/>
              </a:rPr>
              <a:t>Peter O’Loughlin</a:t>
            </a:r>
          </a:p>
          <a:p>
            <a:pPr algn="ctr"/>
            <a:r>
              <a:rPr lang="en-US" sz="900" dirty="0">
                <a:latin typeface="Arial" panose="020B0604020202020204" pitchFamily="34" charset="0"/>
                <a:cs typeface="Arial" panose="020B0604020202020204" pitchFamily="34" charset="0"/>
              </a:rPr>
              <a:t>Sonia Virk</a:t>
            </a:r>
            <a:r>
              <a:rPr lang="en-US" sz="900" dirty="0"/>
              <a:t> </a:t>
            </a:r>
            <a:endParaRPr lang="en-US" sz="900" dirty="0">
              <a:latin typeface="Arial" panose="020B0604020202020204" pitchFamily="34" charset="0"/>
              <a:cs typeface="Arial" panose="020B0604020202020204" pitchFamily="34" charset="0"/>
            </a:endParaRPr>
          </a:p>
        </p:txBody>
      </p:sp>
      <p:sp>
        <p:nvSpPr>
          <p:cNvPr id="124" name="Oval 123">
            <a:extLst>
              <a:ext uri="{FF2B5EF4-FFF2-40B4-BE49-F238E27FC236}">
                <a16:creationId xmlns:a16="http://schemas.microsoft.com/office/drawing/2014/main" id="{281657EF-33C9-4042-B324-36182F8E9CE8}"/>
              </a:ext>
            </a:extLst>
          </p:cNvPr>
          <p:cNvSpPr/>
          <p:nvPr/>
        </p:nvSpPr>
        <p:spPr>
          <a:xfrm>
            <a:off x="1856677" y="1833351"/>
            <a:ext cx="687600" cy="687600"/>
          </a:xfrm>
          <a:prstGeom prst="ellipse">
            <a:avLst/>
          </a:prstGeom>
          <a:solidFill>
            <a:schemeClr val="accent6">
              <a:lumMod val="50000"/>
            </a:schemeClr>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125" name="Picture 124">
            <a:extLst>
              <a:ext uri="{FF2B5EF4-FFF2-40B4-BE49-F238E27FC236}">
                <a16:creationId xmlns:a16="http://schemas.microsoft.com/office/drawing/2014/main" id="{B3F826CC-A809-4C8B-A85F-FD521C39144A}"/>
              </a:ext>
            </a:extLst>
          </p:cNvPr>
          <p:cNvPicPr>
            <a:picLocks noChangeAspect="1"/>
          </p:cNvPicPr>
          <p:nvPr/>
        </p:nvPicPr>
        <p:blipFill>
          <a:blip r:embed="rId6">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02485" y="1925642"/>
            <a:ext cx="425544" cy="420816"/>
          </a:xfrm>
          <a:prstGeom prst="rect">
            <a:avLst/>
          </a:prstGeom>
        </p:spPr>
      </p:pic>
      <p:sp>
        <p:nvSpPr>
          <p:cNvPr id="130" name="Oval 129">
            <a:extLst>
              <a:ext uri="{FF2B5EF4-FFF2-40B4-BE49-F238E27FC236}">
                <a16:creationId xmlns:a16="http://schemas.microsoft.com/office/drawing/2014/main" id="{58479545-058E-4647-A2A9-8DC7702E30B4}"/>
              </a:ext>
            </a:extLst>
          </p:cNvPr>
          <p:cNvSpPr/>
          <p:nvPr/>
        </p:nvSpPr>
        <p:spPr>
          <a:xfrm>
            <a:off x="3297202" y="1778120"/>
            <a:ext cx="840359" cy="838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28" name="Oval 127">
            <a:extLst>
              <a:ext uri="{FF2B5EF4-FFF2-40B4-BE49-F238E27FC236}">
                <a16:creationId xmlns:a16="http://schemas.microsoft.com/office/drawing/2014/main" id="{7F8D6861-9869-4292-986E-DD02099F2DA5}"/>
              </a:ext>
            </a:extLst>
          </p:cNvPr>
          <p:cNvSpPr/>
          <p:nvPr/>
        </p:nvSpPr>
        <p:spPr>
          <a:xfrm>
            <a:off x="3374691" y="1848490"/>
            <a:ext cx="687600" cy="687600"/>
          </a:xfrm>
          <a:prstGeom prst="ellipse">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127" name="Picture 126">
            <a:extLst>
              <a:ext uri="{FF2B5EF4-FFF2-40B4-BE49-F238E27FC236}">
                <a16:creationId xmlns:a16="http://schemas.microsoft.com/office/drawing/2014/main" id="{9371F220-AB04-4E32-92CA-2777F56DB586}"/>
              </a:ext>
            </a:extLst>
          </p:cNvPr>
          <p:cNvPicPr>
            <a:picLocks noChangeAspect="1"/>
          </p:cNvPicPr>
          <p:nvPr/>
        </p:nvPicPr>
        <p:blipFill>
          <a:blip r:embed="rId7">
            <a:lum bright="70000" contrast="-70000"/>
            <a:extLst>
              <a:ext uri="{28A0092B-C50C-407E-A947-70E740481C1C}">
                <a14:useLocalDpi xmlns:a14="http://schemas.microsoft.com/office/drawing/2010/main" val="0"/>
              </a:ext>
            </a:extLst>
          </a:blip>
          <a:stretch>
            <a:fillRect/>
          </a:stretch>
        </p:blipFill>
        <p:spPr>
          <a:xfrm>
            <a:off x="3537622" y="1973154"/>
            <a:ext cx="370135" cy="370135"/>
          </a:xfrm>
          <a:prstGeom prst="rect">
            <a:avLst/>
          </a:prstGeom>
        </p:spPr>
      </p:pic>
      <p:pic>
        <p:nvPicPr>
          <p:cNvPr id="3" name="Picture 2">
            <a:extLst>
              <a:ext uri="{FF2B5EF4-FFF2-40B4-BE49-F238E27FC236}">
                <a16:creationId xmlns:a16="http://schemas.microsoft.com/office/drawing/2014/main" id="{58D6B89A-8E9B-4C51-B26A-CC7B034ED16B}"/>
              </a:ext>
            </a:extLst>
          </p:cNvPr>
          <p:cNvPicPr>
            <a:picLocks noChangeAspect="1"/>
          </p:cNvPicPr>
          <p:nvPr/>
        </p:nvPicPr>
        <p:blipFill>
          <a:blip r:embed="rId8"/>
          <a:stretch>
            <a:fillRect/>
          </a:stretch>
        </p:blipFill>
        <p:spPr>
          <a:xfrm>
            <a:off x="7490040" y="1825264"/>
            <a:ext cx="841321" cy="841321"/>
          </a:xfrm>
          <a:prstGeom prst="rect">
            <a:avLst/>
          </a:prstGeom>
        </p:spPr>
      </p:pic>
      <p:sp>
        <p:nvSpPr>
          <p:cNvPr id="144" name="Rectangle 143">
            <a:extLst>
              <a:ext uri="{FF2B5EF4-FFF2-40B4-BE49-F238E27FC236}">
                <a16:creationId xmlns:a16="http://schemas.microsoft.com/office/drawing/2014/main" id="{09BBC064-E1D8-471A-8016-B085EA0DBBA1}"/>
              </a:ext>
            </a:extLst>
          </p:cNvPr>
          <p:cNvSpPr/>
          <p:nvPr/>
        </p:nvSpPr>
        <p:spPr>
          <a:xfrm>
            <a:off x="7251719" y="1318803"/>
            <a:ext cx="1317962" cy="430887"/>
          </a:xfrm>
          <a:prstGeom prst="rect">
            <a:avLst/>
          </a:prstGeom>
        </p:spPr>
        <p:txBody>
          <a:bodyPr wrap="square">
            <a:spAutoFit/>
          </a:bodyPr>
          <a:lstStyle/>
          <a:p>
            <a:pPr algn="ctr"/>
            <a:r>
              <a:rPr lang="en-US" sz="1100" b="1" dirty="0">
                <a:solidFill>
                  <a:schemeClr val="bg1"/>
                </a:solidFill>
                <a:latin typeface="Arial" panose="020B0604020202020204" pitchFamily="34" charset="0"/>
                <a:cs typeface="Arial" panose="020B0604020202020204" pitchFamily="34" charset="0"/>
              </a:rPr>
              <a:t>Customer Service Centre</a:t>
            </a:r>
          </a:p>
        </p:txBody>
      </p:sp>
      <p:sp>
        <p:nvSpPr>
          <p:cNvPr id="46" name="Rectangle 45">
            <a:extLst>
              <a:ext uri="{FF2B5EF4-FFF2-40B4-BE49-F238E27FC236}">
                <a16:creationId xmlns:a16="http://schemas.microsoft.com/office/drawing/2014/main" id="{AE65F327-10C9-431E-945E-A562803DF5D9}"/>
              </a:ext>
            </a:extLst>
          </p:cNvPr>
          <p:cNvSpPr/>
          <p:nvPr/>
        </p:nvSpPr>
        <p:spPr>
          <a:xfrm>
            <a:off x="6018378" y="2786208"/>
            <a:ext cx="3695100" cy="3791311"/>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900" b="1" u="sng" dirty="0">
              <a:solidFill>
                <a:schemeClr val="tx1"/>
              </a:solidFill>
              <a:latin typeface="Arial" panose="020B0604020202020204" pitchFamily="34" charset="0"/>
              <a:cs typeface="Arial" panose="020B0604020202020204" pitchFamily="34" charset="0"/>
            </a:endParaRPr>
          </a:p>
          <a:p>
            <a:pPr algn="ctr"/>
            <a:endParaRPr lang="en-GB" sz="900" dirty="0">
              <a:solidFill>
                <a:schemeClr val="tx1"/>
              </a:solidFill>
              <a:latin typeface="Arial" panose="020B0604020202020204" pitchFamily="34" charset="0"/>
              <a:cs typeface="Arial" panose="020B0604020202020204" pitchFamily="34" charset="0"/>
            </a:endParaRPr>
          </a:p>
          <a:p>
            <a:pPr algn="ctr"/>
            <a:endParaRPr lang="en-GB" sz="900" i="1" u="sng" dirty="0">
              <a:solidFill>
                <a:schemeClr val="tx1"/>
              </a:solidFill>
              <a:latin typeface="Arial" panose="020B0604020202020204" pitchFamily="34" charset="0"/>
              <a:cs typeface="Arial" panose="020B0604020202020204" pitchFamily="34" charset="0"/>
            </a:endParaRPr>
          </a:p>
          <a:p>
            <a:pPr algn="ctr"/>
            <a:endParaRPr lang="en-US" dirty="0">
              <a:solidFill>
                <a:schemeClr val="tx1"/>
              </a:solidFill>
            </a:endParaRPr>
          </a:p>
        </p:txBody>
      </p:sp>
      <p:sp>
        <p:nvSpPr>
          <p:cNvPr id="2" name="TextBox 1">
            <a:extLst>
              <a:ext uri="{FF2B5EF4-FFF2-40B4-BE49-F238E27FC236}">
                <a16:creationId xmlns:a16="http://schemas.microsoft.com/office/drawing/2014/main" id="{7F9095B2-4222-4DE6-A83F-FC17B1EDD156}"/>
              </a:ext>
            </a:extLst>
          </p:cNvPr>
          <p:cNvSpPr txBox="1"/>
          <p:nvPr/>
        </p:nvSpPr>
        <p:spPr>
          <a:xfrm>
            <a:off x="7092052" y="3014524"/>
            <a:ext cx="1267235" cy="4355038"/>
          </a:xfrm>
          <a:prstGeom prst="rect">
            <a:avLst/>
          </a:prstGeom>
          <a:noFill/>
        </p:spPr>
        <p:txBody>
          <a:bodyPr wrap="square" rtlCol="0">
            <a:spAutoFit/>
          </a:bodyPr>
          <a:lstStyle/>
          <a:p>
            <a:pPr algn="ctr"/>
            <a:r>
              <a:rPr lang="en-US" sz="900" dirty="0">
                <a:latin typeface="Arial" panose="020B0604020202020204" pitchFamily="34" charset="0"/>
                <a:cs typeface="Arial" panose="020B0604020202020204" pitchFamily="34" charset="0"/>
              </a:rPr>
              <a:t>Hamera Shahnawaz</a:t>
            </a:r>
          </a:p>
          <a:p>
            <a:pPr algn="ctr"/>
            <a:r>
              <a:rPr lang="en-US" sz="900" dirty="0" err="1">
                <a:latin typeface="Arial" panose="020B0604020202020204" pitchFamily="34" charset="0"/>
                <a:cs typeface="Arial" panose="020B0604020202020204" pitchFamily="34" charset="0"/>
              </a:rPr>
              <a:t>Iqra</a:t>
            </a:r>
            <a:r>
              <a:rPr lang="en-US" sz="900" dirty="0">
                <a:latin typeface="Arial" panose="020B0604020202020204" pitchFamily="34" charset="0"/>
                <a:cs typeface="Arial" panose="020B0604020202020204" pitchFamily="34" charset="0"/>
              </a:rPr>
              <a:t> Ali</a:t>
            </a:r>
          </a:p>
          <a:p>
            <a:pPr algn="ctr"/>
            <a:r>
              <a:rPr lang="en-US" sz="900" dirty="0">
                <a:latin typeface="Arial" panose="020B0604020202020204" pitchFamily="34" charset="0"/>
                <a:cs typeface="Arial" panose="020B0604020202020204" pitchFamily="34" charset="0"/>
              </a:rPr>
              <a:t>Kate Rodgers</a:t>
            </a:r>
          </a:p>
          <a:p>
            <a:pPr algn="ctr"/>
            <a:r>
              <a:rPr lang="en-US" sz="900" dirty="0">
                <a:latin typeface="Arial" panose="020B0604020202020204" pitchFamily="34" charset="0"/>
                <a:cs typeface="Arial" panose="020B0604020202020204" pitchFamily="34" charset="0"/>
              </a:rPr>
              <a:t>Katie Adams</a:t>
            </a:r>
          </a:p>
          <a:p>
            <a:pPr algn="ctr"/>
            <a:r>
              <a:rPr lang="en-US" sz="900" dirty="0">
                <a:latin typeface="Arial" panose="020B0604020202020204" pitchFamily="34" charset="0"/>
                <a:cs typeface="Arial" panose="020B0604020202020204" pitchFamily="34" charset="0"/>
              </a:rPr>
              <a:t>Kiren </a:t>
            </a:r>
            <a:r>
              <a:rPr lang="en-US" sz="900" dirty="0" err="1">
                <a:latin typeface="Arial" panose="020B0604020202020204" pitchFamily="34" charset="0"/>
                <a:cs typeface="Arial" panose="020B0604020202020204" pitchFamily="34" charset="0"/>
              </a:rPr>
              <a:t>Powar</a:t>
            </a:r>
            <a:endParaRPr lang="en-US" sz="900" dirty="0">
              <a:latin typeface="Arial" panose="020B0604020202020204" pitchFamily="34" charset="0"/>
              <a:cs typeface="Arial" panose="020B0604020202020204" pitchFamily="34" charset="0"/>
            </a:endParaRPr>
          </a:p>
          <a:p>
            <a:pPr algn="ctr"/>
            <a:r>
              <a:rPr lang="en-US" sz="900" dirty="0">
                <a:latin typeface="Arial" panose="020B0604020202020204" pitchFamily="34" charset="0"/>
                <a:cs typeface="Arial" panose="020B0604020202020204" pitchFamily="34" charset="0"/>
              </a:rPr>
              <a:t>Kirk Parsons</a:t>
            </a:r>
          </a:p>
          <a:p>
            <a:pPr algn="ctr"/>
            <a:r>
              <a:rPr lang="en-US" sz="900" dirty="0">
                <a:latin typeface="Arial" panose="020B0604020202020204" pitchFamily="34" charset="0"/>
                <a:cs typeface="Arial" panose="020B0604020202020204" pitchFamily="34" charset="0"/>
              </a:rPr>
              <a:t>Kirsty Williams</a:t>
            </a:r>
          </a:p>
          <a:p>
            <a:pPr algn="ctr"/>
            <a:r>
              <a:rPr lang="en-US" sz="900" dirty="0">
                <a:latin typeface="Arial" panose="020B0604020202020204" pitchFamily="34" charset="0"/>
                <a:cs typeface="Arial" panose="020B0604020202020204" pitchFamily="34" charset="0"/>
              </a:rPr>
              <a:t>Kraig Mitchell</a:t>
            </a:r>
          </a:p>
          <a:p>
            <a:pPr algn="ctr"/>
            <a:r>
              <a:rPr lang="en-US" sz="900" dirty="0">
                <a:latin typeface="Arial" panose="020B0604020202020204" pitchFamily="34" charset="0"/>
                <a:cs typeface="Arial" panose="020B0604020202020204" pitchFamily="34" charset="0"/>
              </a:rPr>
              <a:t>Lorraine Lynch</a:t>
            </a:r>
          </a:p>
          <a:p>
            <a:pPr algn="ctr"/>
            <a:r>
              <a:rPr lang="en-US" sz="900" dirty="0">
                <a:latin typeface="Arial" panose="020B0604020202020204" pitchFamily="34" charset="0"/>
                <a:cs typeface="Arial" panose="020B0604020202020204" pitchFamily="34" charset="0"/>
              </a:rPr>
              <a:t>Lynda Lowther</a:t>
            </a:r>
          </a:p>
          <a:p>
            <a:pPr algn="ctr"/>
            <a:r>
              <a:rPr lang="en-US" sz="900" dirty="0">
                <a:latin typeface="Arial" panose="020B0604020202020204" pitchFamily="34" charset="0"/>
                <a:cs typeface="Arial" panose="020B0604020202020204" pitchFamily="34" charset="0"/>
              </a:rPr>
              <a:t>Mark Maloney</a:t>
            </a:r>
          </a:p>
          <a:p>
            <a:pPr algn="ctr"/>
            <a:r>
              <a:rPr lang="en-US" sz="900" dirty="0">
                <a:latin typeface="Arial" panose="020B0604020202020204" pitchFamily="34" charset="0"/>
                <a:cs typeface="Arial" panose="020B0604020202020204" pitchFamily="34" charset="0"/>
              </a:rPr>
              <a:t>Matthew </a:t>
            </a:r>
            <a:r>
              <a:rPr lang="en-US" sz="900" dirty="0" err="1">
                <a:latin typeface="Arial" panose="020B0604020202020204" pitchFamily="34" charset="0"/>
                <a:cs typeface="Arial" panose="020B0604020202020204" pitchFamily="34" charset="0"/>
              </a:rPr>
              <a:t>Bluck</a:t>
            </a:r>
            <a:endParaRPr lang="en-US" sz="900" dirty="0">
              <a:latin typeface="Arial" panose="020B0604020202020204" pitchFamily="34" charset="0"/>
              <a:cs typeface="Arial" panose="020B0604020202020204" pitchFamily="34" charset="0"/>
            </a:endParaRPr>
          </a:p>
          <a:p>
            <a:pPr algn="ctr"/>
            <a:r>
              <a:rPr lang="en-US" sz="900" dirty="0">
                <a:latin typeface="Arial" panose="020B0604020202020204" pitchFamily="34" charset="0"/>
                <a:cs typeface="Arial" panose="020B0604020202020204" pitchFamily="34" charset="0"/>
              </a:rPr>
              <a:t>Matthew Mullins</a:t>
            </a:r>
          </a:p>
          <a:p>
            <a:pPr algn="ctr"/>
            <a:r>
              <a:rPr lang="en-US" sz="900" dirty="0">
                <a:latin typeface="Arial" panose="020B0604020202020204" pitchFamily="34" charset="0"/>
                <a:cs typeface="Arial" panose="020B0604020202020204" pitchFamily="34" charset="0"/>
              </a:rPr>
              <a:t>Maura Fyffe</a:t>
            </a:r>
          </a:p>
          <a:p>
            <a:pPr algn="ctr"/>
            <a:r>
              <a:rPr lang="en-US" sz="900" dirty="0">
                <a:latin typeface="Arial" panose="020B0604020202020204" pitchFamily="34" charset="0"/>
                <a:cs typeface="Arial" panose="020B0604020202020204" pitchFamily="34" charset="0"/>
              </a:rPr>
              <a:t>Maureen Downes</a:t>
            </a:r>
          </a:p>
          <a:p>
            <a:pPr algn="ctr"/>
            <a:r>
              <a:rPr lang="en-US" sz="900" dirty="0">
                <a:latin typeface="Arial" panose="020B0604020202020204" pitchFamily="34" charset="0"/>
                <a:cs typeface="Arial" panose="020B0604020202020204" pitchFamily="34" charset="0"/>
              </a:rPr>
              <a:t>Megan Dudley</a:t>
            </a:r>
          </a:p>
          <a:p>
            <a:pPr algn="ctr"/>
            <a:r>
              <a:rPr lang="en-US" sz="900" dirty="0">
                <a:latin typeface="Arial" panose="020B0604020202020204" pitchFamily="34" charset="0"/>
                <a:cs typeface="Arial" panose="020B0604020202020204" pitchFamily="34" charset="0"/>
              </a:rPr>
              <a:t>Mehreen Irim</a:t>
            </a:r>
          </a:p>
          <a:p>
            <a:pPr algn="ctr"/>
            <a:r>
              <a:rPr lang="en-US" sz="900" dirty="0">
                <a:latin typeface="Arial" panose="020B0604020202020204" pitchFamily="34" charset="0"/>
                <a:cs typeface="Arial" panose="020B0604020202020204" pitchFamily="34" charset="0"/>
              </a:rPr>
              <a:t>Melissa Atkins</a:t>
            </a:r>
          </a:p>
          <a:p>
            <a:pPr algn="ctr"/>
            <a:r>
              <a:rPr lang="en-US" sz="900" dirty="0">
                <a:latin typeface="Arial" panose="020B0604020202020204" pitchFamily="34" charset="0"/>
                <a:cs typeface="Arial" panose="020B0604020202020204" pitchFamily="34" charset="0"/>
              </a:rPr>
              <a:t>Mohammed Iqbal</a:t>
            </a:r>
          </a:p>
          <a:p>
            <a:pPr algn="ctr"/>
            <a:r>
              <a:rPr lang="en-US" sz="900" dirty="0">
                <a:latin typeface="Arial" panose="020B0604020202020204" pitchFamily="34" charset="0"/>
                <a:cs typeface="Arial" panose="020B0604020202020204" pitchFamily="34" charset="0"/>
              </a:rPr>
              <a:t>Mohammed Mukit</a:t>
            </a:r>
          </a:p>
          <a:p>
            <a:pPr algn="ctr"/>
            <a:r>
              <a:rPr lang="en-US" sz="900" dirty="0">
                <a:latin typeface="Arial" panose="020B0604020202020204" pitchFamily="34" charset="0"/>
                <a:cs typeface="Arial" panose="020B0604020202020204" pitchFamily="34" charset="0"/>
              </a:rPr>
              <a:t>Mohammed Sajid</a:t>
            </a:r>
          </a:p>
          <a:p>
            <a:pPr algn="ctr"/>
            <a:r>
              <a:rPr lang="en-US" sz="900" dirty="0">
                <a:latin typeface="Arial" panose="020B0604020202020204" pitchFamily="34" charset="0"/>
                <a:cs typeface="Arial" panose="020B0604020202020204" pitchFamily="34" charset="0"/>
              </a:rPr>
              <a:t>Muneba Ali</a:t>
            </a:r>
          </a:p>
          <a:p>
            <a:pPr algn="ctr"/>
            <a:r>
              <a:rPr lang="en-US" sz="900" dirty="0">
                <a:latin typeface="Arial" panose="020B0604020202020204" pitchFamily="34" charset="0"/>
                <a:cs typeface="Arial" panose="020B0604020202020204" pitchFamily="34" charset="0"/>
              </a:rPr>
              <a:t>Noeline Furey</a:t>
            </a:r>
          </a:p>
          <a:p>
            <a:pPr algn="ctr"/>
            <a:r>
              <a:rPr lang="en-US" sz="900" dirty="0">
                <a:latin typeface="Arial" panose="020B0604020202020204" pitchFamily="34" charset="0"/>
                <a:cs typeface="Arial" panose="020B0604020202020204" pitchFamily="34" charset="0"/>
              </a:rPr>
              <a:t>Noreen Brady</a:t>
            </a:r>
          </a:p>
          <a:p>
            <a:pPr algn="ctr"/>
            <a:endParaRPr lang="en-US" sz="800" dirty="0">
              <a:latin typeface="Arial" panose="020B0604020202020204" pitchFamily="34" charset="0"/>
              <a:cs typeface="Arial" panose="020B0604020202020204" pitchFamily="34" charset="0"/>
            </a:endParaRPr>
          </a:p>
          <a:p>
            <a:pPr algn="ctr"/>
            <a:endParaRPr lang="en-US" sz="900" dirty="0">
              <a:latin typeface="Arial" panose="020B0604020202020204" pitchFamily="34" charset="0"/>
              <a:cs typeface="Arial" panose="020B0604020202020204" pitchFamily="34" charset="0"/>
            </a:endParaRPr>
          </a:p>
          <a:p>
            <a:pPr algn="ctr"/>
            <a:endParaRPr lang="en-US" sz="900" dirty="0">
              <a:latin typeface="Arial" panose="020B0604020202020204" pitchFamily="34" charset="0"/>
              <a:cs typeface="Arial" panose="020B0604020202020204" pitchFamily="34" charset="0"/>
            </a:endParaRPr>
          </a:p>
          <a:p>
            <a:pPr algn="ctr"/>
            <a:endParaRPr lang="en-US" sz="900" dirty="0">
              <a:latin typeface="Arial" panose="020B0604020202020204" pitchFamily="34" charset="0"/>
              <a:cs typeface="Arial" panose="020B0604020202020204" pitchFamily="34" charset="0"/>
            </a:endParaRPr>
          </a:p>
          <a:p>
            <a:pPr algn="ctr"/>
            <a:endParaRPr lang="en-US" sz="800" dirty="0">
              <a:latin typeface="Arial" panose="020B0604020202020204" pitchFamily="34" charset="0"/>
              <a:cs typeface="Arial" panose="020B0604020202020204" pitchFamily="34" charset="0"/>
            </a:endParaRPr>
          </a:p>
          <a:p>
            <a:endParaRPr lang="en-GB" dirty="0"/>
          </a:p>
        </p:txBody>
      </p:sp>
      <p:sp>
        <p:nvSpPr>
          <p:cNvPr id="48" name="TextBox 47">
            <a:extLst>
              <a:ext uri="{FF2B5EF4-FFF2-40B4-BE49-F238E27FC236}">
                <a16:creationId xmlns:a16="http://schemas.microsoft.com/office/drawing/2014/main" id="{294CE87A-B683-4349-B891-7625191561CF}"/>
              </a:ext>
            </a:extLst>
          </p:cNvPr>
          <p:cNvSpPr txBox="1"/>
          <p:nvPr/>
        </p:nvSpPr>
        <p:spPr>
          <a:xfrm>
            <a:off x="8038175" y="3025454"/>
            <a:ext cx="1733262" cy="3554819"/>
          </a:xfrm>
          <a:prstGeom prst="rect">
            <a:avLst/>
          </a:prstGeom>
          <a:noFill/>
        </p:spPr>
        <p:txBody>
          <a:bodyPr wrap="square" rtlCol="0">
            <a:spAutoFit/>
          </a:bodyPr>
          <a:lstStyle/>
          <a:p>
            <a:pPr algn="ctr"/>
            <a:r>
              <a:rPr lang="en-US" sz="900" dirty="0">
                <a:latin typeface="Arial" panose="020B0604020202020204" pitchFamily="34" charset="0"/>
                <a:cs typeface="Arial" panose="020B0604020202020204" pitchFamily="34" charset="0"/>
              </a:rPr>
              <a:t>Patricia Garbutt</a:t>
            </a:r>
          </a:p>
          <a:p>
            <a:pPr algn="ctr"/>
            <a:r>
              <a:rPr lang="en-US" sz="900" dirty="0">
                <a:latin typeface="Arial" panose="020B0604020202020204" pitchFamily="34" charset="0"/>
                <a:cs typeface="Arial" panose="020B0604020202020204" pitchFamily="34" charset="0"/>
              </a:rPr>
              <a:t>Paul Hindle</a:t>
            </a:r>
          </a:p>
          <a:p>
            <a:pPr algn="ctr"/>
            <a:r>
              <a:rPr lang="en-US" sz="900" dirty="0">
                <a:latin typeface="Arial" panose="020B0604020202020204" pitchFamily="34" charset="0"/>
                <a:cs typeface="Arial" panose="020B0604020202020204" pitchFamily="34" charset="0"/>
              </a:rPr>
              <a:t>Peter Gorman</a:t>
            </a:r>
          </a:p>
          <a:p>
            <a:pPr algn="ctr"/>
            <a:r>
              <a:rPr lang="en-US" sz="900" dirty="0">
                <a:latin typeface="Arial" panose="020B0604020202020204" pitchFamily="34" charset="0"/>
                <a:cs typeface="Arial" panose="020B0604020202020204" pitchFamily="34" charset="0"/>
              </a:rPr>
              <a:t>Ra Straker</a:t>
            </a:r>
          </a:p>
          <a:p>
            <a:pPr algn="ctr"/>
            <a:r>
              <a:rPr lang="en-US" sz="900" dirty="0">
                <a:latin typeface="Arial" panose="020B0604020202020204" pitchFamily="34" charset="0"/>
                <a:cs typeface="Arial" panose="020B0604020202020204" pitchFamily="34" charset="0"/>
              </a:rPr>
              <a:t>Rachel Phillips</a:t>
            </a:r>
          </a:p>
          <a:p>
            <a:pPr algn="ctr"/>
            <a:r>
              <a:rPr lang="en-US" sz="900" dirty="0">
                <a:latin typeface="Arial" panose="020B0604020202020204" pitchFamily="34" charset="0"/>
                <a:cs typeface="Arial" panose="020B0604020202020204" pitchFamily="34" charset="0"/>
              </a:rPr>
              <a:t>Rebecca Leonard-Woodward</a:t>
            </a:r>
          </a:p>
          <a:p>
            <a:pPr algn="ctr"/>
            <a:r>
              <a:rPr lang="en-US" sz="900" dirty="0">
                <a:latin typeface="Arial" panose="020B0604020202020204" pitchFamily="34" charset="0"/>
                <a:cs typeface="Arial" panose="020B0604020202020204" pitchFamily="34" charset="0"/>
              </a:rPr>
              <a:t>Roshan Singh</a:t>
            </a:r>
          </a:p>
          <a:p>
            <a:pPr algn="ctr"/>
            <a:r>
              <a:rPr lang="en-US" sz="900" dirty="0">
                <a:latin typeface="Arial" panose="020B0604020202020204" pitchFamily="34" charset="0"/>
                <a:cs typeface="Arial" panose="020B0604020202020204" pitchFamily="34" charset="0"/>
              </a:rPr>
              <a:t>Sahadut Asghar</a:t>
            </a:r>
          </a:p>
          <a:p>
            <a:pPr algn="ctr"/>
            <a:r>
              <a:rPr lang="en-US" sz="900" dirty="0">
                <a:latin typeface="Arial" panose="020B0604020202020204" pitchFamily="34" charset="0"/>
                <a:cs typeface="Arial" panose="020B0604020202020204" pitchFamily="34" charset="0"/>
              </a:rPr>
              <a:t>Sahra Abdiqadir</a:t>
            </a:r>
          </a:p>
          <a:p>
            <a:pPr algn="ctr"/>
            <a:r>
              <a:rPr lang="en-US" sz="900" dirty="0">
                <a:latin typeface="Arial" panose="020B0604020202020204" pitchFamily="34" charset="0"/>
                <a:cs typeface="Arial" panose="020B0604020202020204" pitchFamily="34" charset="0"/>
              </a:rPr>
              <a:t>Salima Panjwani</a:t>
            </a:r>
          </a:p>
          <a:p>
            <a:pPr algn="ctr"/>
            <a:r>
              <a:rPr lang="en-US" sz="900" dirty="0">
                <a:latin typeface="Arial" panose="020B0604020202020204" pitchFamily="34" charset="0"/>
                <a:cs typeface="Arial" panose="020B0604020202020204" pitchFamily="34" charset="0"/>
              </a:rPr>
              <a:t>Samantha Moseley</a:t>
            </a:r>
          </a:p>
          <a:p>
            <a:pPr algn="ctr"/>
            <a:r>
              <a:rPr lang="en-US" sz="900" dirty="0">
                <a:latin typeface="Arial" panose="020B0604020202020204" pitchFamily="34" charset="0"/>
                <a:cs typeface="Arial" panose="020B0604020202020204" pitchFamily="34" charset="0"/>
              </a:rPr>
              <a:t>Sarah Goulding</a:t>
            </a:r>
          </a:p>
          <a:p>
            <a:pPr algn="ctr"/>
            <a:r>
              <a:rPr lang="en-US" sz="900" dirty="0">
                <a:latin typeface="Arial" panose="020B0604020202020204" pitchFamily="34" charset="0"/>
                <a:cs typeface="Arial" panose="020B0604020202020204" pitchFamily="34" charset="0"/>
              </a:rPr>
              <a:t>Sebastian Savin</a:t>
            </a:r>
          </a:p>
          <a:p>
            <a:pPr algn="ctr"/>
            <a:r>
              <a:rPr lang="en-US" sz="900" dirty="0">
                <a:latin typeface="Arial" panose="020B0604020202020204" pitchFamily="34" charset="0"/>
                <a:cs typeface="Arial" panose="020B0604020202020204" pitchFamily="34" charset="0"/>
              </a:rPr>
              <a:t>Sharon </a:t>
            </a:r>
            <a:r>
              <a:rPr lang="en-US" sz="900" dirty="0" err="1">
                <a:latin typeface="Arial" panose="020B0604020202020204" pitchFamily="34" charset="0"/>
                <a:cs typeface="Arial" panose="020B0604020202020204" pitchFamily="34" charset="0"/>
              </a:rPr>
              <a:t>Okeeffe</a:t>
            </a:r>
            <a:endParaRPr lang="en-US" sz="900" dirty="0">
              <a:latin typeface="Arial" panose="020B0604020202020204" pitchFamily="34" charset="0"/>
              <a:cs typeface="Arial" panose="020B0604020202020204" pitchFamily="34" charset="0"/>
            </a:endParaRPr>
          </a:p>
          <a:p>
            <a:pPr algn="ctr"/>
            <a:r>
              <a:rPr lang="en-US" sz="900" dirty="0">
                <a:latin typeface="Arial" panose="020B0604020202020204" pitchFamily="34" charset="0"/>
                <a:cs typeface="Arial" panose="020B0604020202020204" pitchFamily="34" charset="0"/>
              </a:rPr>
              <a:t>Sheila Kelley</a:t>
            </a:r>
          </a:p>
          <a:p>
            <a:pPr algn="ctr"/>
            <a:r>
              <a:rPr lang="en-US" sz="900" dirty="0">
                <a:latin typeface="Arial" panose="020B0604020202020204" pitchFamily="34" charset="0"/>
                <a:cs typeface="Arial" panose="020B0604020202020204" pitchFamily="34" charset="0"/>
              </a:rPr>
              <a:t>Sian Hanna</a:t>
            </a:r>
          </a:p>
          <a:p>
            <a:pPr algn="ctr"/>
            <a:r>
              <a:rPr lang="en-US" sz="900" dirty="0">
                <a:latin typeface="Arial" panose="020B0604020202020204" pitchFamily="34" charset="0"/>
                <a:cs typeface="Arial" panose="020B0604020202020204" pitchFamily="34" charset="0"/>
              </a:rPr>
              <a:t>Stacey Hendrickson</a:t>
            </a:r>
          </a:p>
          <a:p>
            <a:pPr algn="ctr"/>
            <a:r>
              <a:rPr lang="en-US" sz="900" dirty="0">
                <a:latin typeface="Arial" panose="020B0604020202020204" pitchFamily="34" charset="0"/>
                <a:cs typeface="Arial" panose="020B0604020202020204" pitchFamily="34" charset="0"/>
              </a:rPr>
              <a:t>Susan Foster</a:t>
            </a:r>
          </a:p>
          <a:p>
            <a:pPr algn="ctr"/>
            <a:r>
              <a:rPr lang="en-US" sz="900" dirty="0">
                <a:latin typeface="Arial" panose="020B0604020202020204" pitchFamily="34" charset="0"/>
                <a:cs typeface="Arial" panose="020B0604020202020204" pitchFamily="34" charset="0"/>
              </a:rPr>
              <a:t>Tahmina Begum</a:t>
            </a:r>
          </a:p>
          <a:p>
            <a:pPr algn="ctr"/>
            <a:r>
              <a:rPr lang="en-US" sz="900" dirty="0">
                <a:latin typeface="Arial" panose="020B0604020202020204" pitchFamily="34" charset="0"/>
                <a:cs typeface="Arial" panose="020B0604020202020204" pitchFamily="34" charset="0"/>
              </a:rPr>
              <a:t>Trevor Day</a:t>
            </a:r>
          </a:p>
          <a:p>
            <a:pPr algn="ctr"/>
            <a:r>
              <a:rPr lang="en-US" sz="900" dirty="0">
                <a:latin typeface="Arial" panose="020B0604020202020204" pitchFamily="34" charset="0"/>
                <a:cs typeface="Arial" panose="020B0604020202020204" pitchFamily="34" charset="0"/>
              </a:rPr>
              <a:t>Umar Mohammed</a:t>
            </a:r>
          </a:p>
          <a:p>
            <a:pPr algn="ctr"/>
            <a:r>
              <a:rPr lang="en-US" sz="900" dirty="0">
                <a:latin typeface="Arial" panose="020B0604020202020204" pitchFamily="34" charset="0"/>
                <a:cs typeface="Arial" panose="020B0604020202020204" pitchFamily="34" charset="0"/>
              </a:rPr>
              <a:t>Victoria Massey</a:t>
            </a:r>
          </a:p>
          <a:p>
            <a:pPr algn="ctr"/>
            <a:endParaRPr lang="en-US" sz="900" dirty="0">
              <a:latin typeface="Arial" panose="020B0604020202020204" pitchFamily="34" charset="0"/>
              <a:cs typeface="Arial" panose="020B0604020202020204" pitchFamily="34" charset="0"/>
            </a:endParaRPr>
          </a:p>
          <a:p>
            <a:pPr algn="ctr"/>
            <a:endParaRPr lang="en-US" sz="900" dirty="0">
              <a:latin typeface="Arial" panose="020B0604020202020204" pitchFamily="34" charset="0"/>
              <a:cs typeface="Arial" panose="020B0604020202020204" pitchFamily="34" charset="0"/>
            </a:endParaRPr>
          </a:p>
          <a:p>
            <a:endParaRPr lang="en-GB" sz="900" dirty="0"/>
          </a:p>
        </p:txBody>
      </p:sp>
      <p:sp>
        <p:nvSpPr>
          <p:cNvPr id="49" name="TextBox 48">
            <a:extLst>
              <a:ext uri="{FF2B5EF4-FFF2-40B4-BE49-F238E27FC236}">
                <a16:creationId xmlns:a16="http://schemas.microsoft.com/office/drawing/2014/main" id="{B21F81EF-58C8-4514-8ED1-B8800587FAA5}"/>
              </a:ext>
            </a:extLst>
          </p:cNvPr>
          <p:cNvSpPr txBox="1"/>
          <p:nvPr/>
        </p:nvSpPr>
        <p:spPr>
          <a:xfrm>
            <a:off x="5955205" y="2854719"/>
            <a:ext cx="1267235" cy="4508927"/>
          </a:xfrm>
          <a:prstGeom prst="rect">
            <a:avLst/>
          </a:prstGeom>
          <a:noFill/>
        </p:spPr>
        <p:txBody>
          <a:bodyPr wrap="square" rtlCol="0">
            <a:spAutoFit/>
          </a:bodyPr>
          <a:lstStyle/>
          <a:p>
            <a:pPr algn="ctr"/>
            <a:endParaRPr lang="en-US" sz="900" dirty="0">
              <a:latin typeface="Arial" panose="020B0604020202020204" pitchFamily="34" charset="0"/>
              <a:cs typeface="Arial" panose="020B0604020202020204" pitchFamily="34" charset="0"/>
            </a:endParaRPr>
          </a:p>
          <a:p>
            <a:pPr algn="ctr"/>
            <a:r>
              <a:rPr lang="en-US" sz="900" dirty="0" err="1">
                <a:latin typeface="Arial" panose="020B0604020202020204" pitchFamily="34" charset="0"/>
                <a:cs typeface="Arial" panose="020B0604020202020204" pitchFamily="34" charset="0"/>
              </a:rPr>
              <a:t>Adrees</a:t>
            </a:r>
            <a:r>
              <a:rPr lang="en-US" sz="900" dirty="0">
                <a:latin typeface="Arial" panose="020B0604020202020204" pitchFamily="34" charset="0"/>
                <a:cs typeface="Arial" panose="020B0604020202020204" pitchFamily="34" charset="0"/>
              </a:rPr>
              <a:t> Hussain</a:t>
            </a:r>
          </a:p>
          <a:p>
            <a:pPr algn="ctr"/>
            <a:r>
              <a:rPr lang="en-US" sz="900" dirty="0">
                <a:latin typeface="Arial" panose="020B0604020202020204" pitchFamily="34" charset="0"/>
                <a:cs typeface="Arial" panose="020B0604020202020204" pitchFamily="34" charset="0"/>
              </a:rPr>
              <a:t>Alex La Fontaine</a:t>
            </a:r>
          </a:p>
          <a:p>
            <a:pPr algn="ctr"/>
            <a:r>
              <a:rPr lang="en-US" sz="900" dirty="0">
                <a:latin typeface="Arial" panose="020B0604020202020204" pitchFamily="34" charset="0"/>
                <a:cs typeface="Arial" panose="020B0604020202020204" pitchFamily="34" charset="0"/>
              </a:rPr>
              <a:t>Aliya Maskeen</a:t>
            </a:r>
          </a:p>
          <a:p>
            <a:pPr algn="ctr"/>
            <a:r>
              <a:rPr lang="en-US" sz="900" dirty="0">
                <a:latin typeface="Arial" panose="020B0604020202020204" pitchFamily="34" charset="0"/>
                <a:cs typeface="Arial" panose="020B0604020202020204" pitchFamily="34" charset="0"/>
              </a:rPr>
              <a:t>Amar Hussain</a:t>
            </a:r>
          </a:p>
          <a:p>
            <a:pPr algn="ctr"/>
            <a:r>
              <a:rPr lang="en-US" sz="900" dirty="0">
                <a:latin typeface="Arial" panose="020B0604020202020204" pitchFamily="34" charset="0"/>
                <a:cs typeface="Arial" panose="020B0604020202020204" pitchFamily="34" charset="0"/>
              </a:rPr>
              <a:t>Amelia Bowen</a:t>
            </a:r>
          </a:p>
          <a:p>
            <a:pPr algn="ctr"/>
            <a:r>
              <a:rPr lang="en-US" sz="900" dirty="0">
                <a:latin typeface="Arial" panose="020B0604020202020204" pitchFamily="34" charset="0"/>
                <a:cs typeface="Arial" panose="020B0604020202020204" pitchFamily="34" charset="0"/>
              </a:rPr>
              <a:t>Amina Hussain</a:t>
            </a:r>
          </a:p>
          <a:p>
            <a:pPr algn="ctr"/>
            <a:r>
              <a:rPr lang="en-US" sz="900" dirty="0">
                <a:latin typeface="Arial" panose="020B0604020202020204" pitchFamily="34" charset="0"/>
                <a:cs typeface="Arial" panose="020B0604020202020204" pitchFamily="34" charset="0"/>
              </a:rPr>
              <a:t>Annette Whelan</a:t>
            </a:r>
          </a:p>
          <a:p>
            <a:pPr algn="ctr"/>
            <a:r>
              <a:rPr lang="en-US" sz="900" dirty="0">
                <a:latin typeface="Arial" panose="020B0604020202020204" pitchFamily="34" charset="0"/>
                <a:cs typeface="Arial" panose="020B0604020202020204" pitchFamily="34" charset="0"/>
              </a:rPr>
              <a:t>Asma Hassan</a:t>
            </a:r>
          </a:p>
          <a:p>
            <a:pPr algn="ctr"/>
            <a:r>
              <a:rPr lang="en-US" sz="900" dirty="0">
                <a:latin typeface="Arial" panose="020B0604020202020204" pitchFamily="34" charset="0"/>
                <a:cs typeface="Arial" panose="020B0604020202020204" pitchFamily="34" charset="0"/>
              </a:rPr>
              <a:t>Brandon Davies</a:t>
            </a:r>
          </a:p>
          <a:p>
            <a:pPr algn="ctr"/>
            <a:r>
              <a:rPr lang="en-US" sz="900" dirty="0">
                <a:latin typeface="Arial" panose="020B0604020202020204" pitchFamily="34" charset="0"/>
                <a:cs typeface="Arial" panose="020B0604020202020204" pitchFamily="34" charset="0"/>
              </a:rPr>
              <a:t>Bronte Evans</a:t>
            </a:r>
          </a:p>
          <a:p>
            <a:pPr algn="ctr"/>
            <a:r>
              <a:rPr lang="en-US" sz="900" dirty="0">
                <a:latin typeface="Arial" panose="020B0604020202020204" pitchFamily="34" charset="0"/>
                <a:cs typeface="Arial" panose="020B0604020202020204" pitchFamily="34" charset="0"/>
              </a:rPr>
              <a:t>Christopher Garrad</a:t>
            </a:r>
          </a:p>
          <a:p>
            <a:pPr algn="ctr"/>
            <a:r>
              <a:rPr lang="en-US" sz="900" dirty="0">
                <a:latin typeface="Arial" panose="020B0604020202020204" pitchFamily="34" charset="0"/>
                <a:cs typeface="Arial" panose="020B0604020202020204" pitchFamily="34" charset="0"/>
              </a:rPr>
              <a:t>Danielle Gayle</a:t>
            </a:r>
          </a:p>
          <a:p>
            <a:pPr algn="ctr"/>
            <a:r>
              <a:rPr lang="en-US" sz="900" dirty="0">
                <a:latin typeface="Arial" panose="020B0604020202020204" pitchFamily="34" charset="0"/>
                <a:cs typeface="Arial" panose="020B0604020202020204" pitchFamily="34" charset="0"/>
              </a:rPr>
              <a:t>David Dring</a:t>
            </a:r>
          </a:p>
          <a:p>
            <a:pPr algn="ctr"/>
            <a:r>
              <a:rPr lang="en-US" sz="900" dirty="0">
                <a:latin typeface="Arial" panose="020B0604020202020204" pitchFamily="34" charset="0"/>
                <a:cs typeface="Arial" panose="020B0604020202020204" pitchFamily="34" charset="0"/>
              </a:rPr>
              <a:t>David Mantell</a:t>
            </a:r>
          </a:p>
          <a:p>
            <a:pPr algn="ctr"/>
            <a:r>
              <a:rPr lang="en-US" sz="900" dirty="0">
                <a:latin typeface="Arial" panose="020B0604020202020204" pitchFamily="34" charset="0"/>
                <a:cs typeface="Arial" panose="020B0604020202020204" pitchFamily="34" charset="0"/>
              </a:rPr>
              <a:t>Debra Lewins</a:t>
            </a:r>
          </a:p>
          <a:p>
            <a:pPr algn="ctr"/>
            <a:r>
              <a:rPr lang="en-US" sz="900" dirty="0">
                <a:latin typeface="Arial" panose="020B0604020202020204" pitchFamily="34" charset="0"/>
                <a:cs typeface="Arial" panose="020B0604020202020204" pitchFamily="34" charset="0"/>
              </a:rPr>
              <a:t>Declan Ebanks</a:t>
            </a:r>
          </a:p>
          <a:p>
            <a:pPr algn="ctr"/>
            <a:r>
              <a:rPr lang="en-US" sz="900" dirty="0">
                <a:latin typeface="Arial" panose="020B0604020202020204" pitchFamily="34" charset="0"/>
                <a:cs typeface="Arial" panose="020B0604020202020204" pitchFamily="34" charset="0"/>
              </a:rPr>
              <a:t>Diarmid Boyes</a:t>
            </a:r>
          </a:p>
          <a:p>
            <a:pPr algn="ctr"/>
            <a:r>
              <a:rPr lang="en-US" sz="900" dirty="0">
                <a:latin typeface="Arial" panose="020B0604020202020204" pitchFamily="34" charset="0"/>
                <a:cs typeface="Arial" panose="020B0604020202020204" pitchFamily="34" charset="0"/>
              </a:rPr>
              <a:t>Eleanor Routh</a:t>
            </a:r>
          </a:p>
          <a:p>
            <a:pPr algn="ctr"/>
            <a:r>
              <a:rPr lang="en-US" sz="900" dirty="0">
                <a:latin typeface="Arial" panose="020B0604020202020204" pitchFamily="34" charset="0"/>
                <a:cs typeface="Arial" panose="020B0604020202020204" pitchFamily="34" charset="0"/>
              </a:rPr>
              <a:t>Emily Bullivant</a:t>
            </a:r>
          </a:p>
          <a:p>
            <a:pPr algn="ctr"/>
            <a:r>
              <a:rPr lang="en-US" sz="900" dirty="0">
                <a:latin typeface="Arial" panose="020B0604020202020204" pitchFamily="34" charset="0"/>
                <a:cs typeface="Arial" panose="020B0604020202020204" pitchFamily="34" charset="0"/>
              </a:rPr>
              <a:t>Emma Price</a:t>
            </a:r>
          </a:p>
          <a:p>
            <a:pPr algn="ctr"/>
            <a:r>
              <a:rPr lang="en-US" sz="900" dirty="0">
                <a:latin typeface="Arial" panose="020B0604020202020204" pitchFamily="34" charset="0"/>
                <a:cs typeface="Arial" panose="020B0604020202020204" pitchFamily="34" charset="0"/>
              </a:rPr>
              <a:t>Emma Wragg</a:t>
            </a:r>
          </a:p>
          <a:p>
            <a:pPr algn="ctr"/>
            <a:r>
              <a:rPr lang="en-US" sz="900" dirty="0">
                <a:latin typeface="Arial" panose="020B0604020202020204" pitchFamily="34" charset="0"/>
                <a:cs typeface="Arial" panose="020B0604020202020204" pitchFamily="34" charset="0"/>
              </a:rPr>
              <a:t>Gary Hill</a:t>
            </a:r>
          </a:p>
          <a:p>
            <a:pPr algn="ctr"/>
            <a:r>
              <a:rPr lang="en-US" sz="900" dirty="0">
                <a:latin typeface="Arial" panose="020B0604020202020204" pitchFamily="34" charset="0"/>
                <a:cs typeface="Arial" panose="020B0604020202020204" pitchFamily="34" charset="0"/>
              </a:rPr>
              <a:t>Gemma Davies</a:t>
            </a:r>
          </a:p>
          <a:p>
            <a:pPr algn="ctr"/>
            <a:r>
              <a:rPr lang="en-US" sz="900" dirty="0">
                <a:latin typeface="Arial" panose="020B0604020202020204" pitchFamily="34" charset="0"/>
                <a:cs typeface="Arial" panose="020B0604020202020204" pitchFamily="34" charset="0"/>
              </a:rPr>
              <a:t>Georgina Gallimore</a:t>
            </a:r>
          </a:p>
          <a:p>
            <a:pPr algn="ctr"/>
            <a:endParaRPr lang="en-US" sz="900" dirty="0">
              <a:latin typeface="Arial" panose="020B0604020202020204" pitchFamily="34" charset="0"/>
              <a:cs typeface="Arial" panose="020B0604020202020204" pitchFamily="34" charset="0"/>
            </a:endParaRPr>
          </a:p>
          <a:p>
            <a:pPr algn="ctr"/>
            <a:endParaRPr lang="en-US" sz="900" dirty="0">
              <a:latin typeface="Arial" panose="020B0604020202020204" pitchFamily="34" charset="0"/>
              <a:cs typeface="Arial" panose="020B0604020202020204" pitchFamily="34" charset="0"/>
            </a:endParaRPr>
          </a:p>
          <a:p>
            <a:pPr algn="ctr"/>
            <a:endParaRPr lang="en-US" sz="900" dirty="0">
              <a:latin typeface="Arial" panose="020B0604020202020204" pitchFamily="34" charset="0"/>
              <a:cs typeface="Arial" panose="020B0604020202020204" pitchFamily="34" charset="0"/>
            </a:endParaRPr>
          </a:p>
          <a:p>
            <a:pPr algn="ctr"/>
            <a:endParaRPr lang="en-US" sz="900" dirty="0">
              <a:latin typeface="Arial" panose="020B0604020202020204" pitchFamily="34" charset="0"/>
              <a:cs typeface="Arial" panose="020B0604020202020204" pitchFamily="34" charset="0"/>
            </a:endParaRPr>
          </a:p>
          <a:p>
            <a:pPr algn="ctr"/>
            <a:endParaRPr lang="en-US" sz="800" dirty="0">
              <a:latin typeface="Arial" panose="020B06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906826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Oval 134">
            <a:extLst>
              <a:ext uri="{FF2B5EF4-FFF2-40B4-BE49-F238E27FC236}">
                <a16:creationId xmlns:a16="http://schemas.microsoft.com/office/drawing/2014/main" id="{292B97AB-8EBF-406E-B359-BAB2A7441CF6}"/>
              </a:ext>
            </a:extLst>
          </p:cNvPr>
          <p:cNvSpPr/>
          <p:nvPr/>
        </p:nvSpPr>
        <p:spPr>
          <a:xfrm>
            <a:off x="4392546" y="3105547"/>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22" name="Rectangle 121">
            <a:extLst>
              <a:ext uri="{FF2B5EF4-FFF2-40B4-BE49-F238E27FC236}">
                <a16:creationId xmlns:a16="http://schemas.microsoft.com/office/drawing/2014/main" id="{D4B76A85-AA33-4C1D-B03D-34DB1170C798}"/>
              </a:ext>
            </a:extLst>
          </p:cNvPr>
          <p:cNvSpPr/>
          <p:nvPr/>
        </p:nvSpPr>
        <p:spPr>
          <a:xfrm rot="18586009">
            <a:off x="8015802" y="3364086"/>
            <a:ext cx="151200" cy="1073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A2194A9A-06EA-49F8-8A3A-60AEB3B59BB7}"/>
              </a:ext>
            </a:extLst>
          </p:cNvPr>
          <p:cNvCxnSpPr>
            <a:cxnSpLocks/>
          </p:cNvCxnSpPr>
          <p:nvPr/>
        </p:nvCxnSpPr>
        <p:spPr>
          <a:xfrm flipV="1">
            <a:off x="814624" y="2842615"/>
            <a:ext cx="4868" cy="45591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9" name="Rectangle 118">
            <a:extLst>
              <a:ext uri="{FF2B5EF4-FFF2-40B4-BE49-F238E27FC236}">
                <a16:creationId xmlns:a16="http://schemas.microsoft.com/office/drawing/2014/main" id="{86D578CB-FA21-4EB5-AC29-BA1D269C305B}"/>
              </a:ext>
            </a:extLst>
          </p:cNvPr>
          <p:cNvSpPr/>
          <p:nvPr/>
        </p:nvSpPr>
        <p:spPr>
          <a:xfrm rot="18573058">
            <a:off x="1474821" y="2558596"/>
            <a:ext cx="151200" cy="1073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DDA1CC41-3306-4B5F-B915-85F2DD53FBC6}"/>
              </a:ext>
            </a:extLst>
          </p:cNvPr>
          <p:cNvSpPr/>
          <p:nvPr/>
        </p:nvSpPr>
        <p:spPr>
          <a:xfrm rot="13859672">
            <a:off x="6657820" y="3336526"/>
            <a:ext cx="151200" cy="1182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76D745D2-0E2A-4179-92AE-A0B8F758539E}"/>
              </a:ext>
            </a:extLst>
          </p:cNvPr>
          <p:cNvCxnSpPr/>
          <p:nvPr/>
        </p:nvCxnSpPr>
        <p:spPr>
          <a:xfrm flipH="1" flipV="1">
            <a:off x="7404890" y="3666661"/>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3120C03-3CF5-4CC9-8D15-B3ED82EABEA0}"/>
              </a:ext>
            </a:extLst>
          </p:cNvPr>
          <p:cNvCxnSpPr/>
          <p:nvPr/>
        </p:nvCxnSpPr>
        <p:spPr>
          <a:xfrm flipH="1" flipV="1">
            <a:off x="8792374" y="4745654"/>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81B39947-0F3A-44DC-967E-7F0FEB478902}"/>
              </a:ext>
            </a:extLst>
          </p:cNvPr>
          <p:cNvSpPr/>
          <p:nvPr/>
        </p:nvSpPr>
        <p:spPr>
          <a:xfrm rot="18445910">
            <a:off x="4870249" y="2037250"/>
            <a:ext cx="151200" cy="32312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8BBCEB15-EDD9-4886-BAD6-946BE1DD0539}"/>
              </a:ext>
            </a:extLst>
          </p:cNvPr>
          <p:cNvSpPr/>
          <p:nvPr/>
        </p:nvSpPr>
        <p:spPr>
          <a:xfrm rot="13977574">
            <a:off x="2762950" y="2510516"/>
            <a:ext cx="150384" cy="140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CC0BBD41-05A1-4828-8687-8DCBD13AA79D}"/>
              </a:ext>
            </a:extLst>
          </p:cNvPr>
          <p:cNvCxnSpPr>
            <a:cxnSpLocks/>
          </p:cNvCxnSpPr>
          <p:nvPr/>
        </p:nvCxnSpPr>
        <p:spPr>
          <a:xfrm>
            <a:off x="1366741" y="3301435"/>
            <a:ext cx="0" cy="485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F521174F-9A36-4CDB-9D52-73E255177195}"/>
              </a:ext>
            </a:extLst>
          </p:cNvPr>
          <p:cNvCxnSpPr>
            <a:cxnSpLocks/>
          </p:cNvCxnSpPr>
          <p:nvPr/>
        </p:nvCxnSpPr>
        <p:spPr>
          <a:xfrm>
            <a:off x="855665" y="3394061"/>
            <a:ext cx="0" cy="684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7DD9E8DC-B7D0-45E7-8162-DA549A1CC0E5}"/>
              </a:ext>
            </a:extLst>
          </p:cNvPr>
          <p:cNvSpPr/>
          <p:nvPr/>
        </p:nvSpPr>
        <p:spPr>
          <a:xfrm>
            <a:off x="3443780" y="512833"/>
            <a:ext cx="6459514" cy="830997"/>
          </a:xfrm>
          <a:prstGeom prst="rect">
            <a:avLst/>
          </a:prstGeom>
        </p:spPr>
        <p:txBody>
          <a:bodyPr wrap="square">
            <a:spAutoFit/>
          </a:bodyPr>
          <a:lstStyle/>
          <a:p>
            <a:r>
              <a:rPr lang="en-GB" sz="1600" i="1" dirty="0">
                <a:solidFill>
                  <a:schemeClr val="bg1"/>
                </a:solidFill>
                <a:latin typeface="Arial" panose="020B0604020202020204" pitchFamily="34" charset="0"/>
                <a:cs typeface="Arial" panose="020B0604020202020204" pitchFamily="34" charset="0"/>
              </a:rPr>
              <a:t>Our purpose is the optimising of NGMs commercial performance </a:t>
            </a:r>
          </a:p>
          <a:p>
            <a:r>
              <a:rPr lang="en-GB" sz="1600" i="1" dirty="0">
                <a:solidFill>
                  <a:schemeClr val="bg1"/>
                </a:solidFill>
                <a:latin typeface="Arial" panose="020B0604020202020204" pitchFamily="34" charset="0"/>
                <a:cs typeface="Arial" panose="020B0604020202020204" pitchFamily="34" charset="0"/>
              </a:rPr>
              <a:t>and controls whilst developing our future commercial strategies that </a:t>
            </a:r>
          </a:p>
          <a:p>
            <a:r>
              <a:rPr lang="en-GB" sz="1600" i="1" dirty="0">
                <a:solidFill>
                  <a:schemeClr val="bg1"/>
                </a:solidFill>
                <a:latin typeface="Arial" panose="020B0604020202020204" pitchFamily="34" charset="0"/>
                <a:cs typeface="Arial" panose="020B0604020202020204" pitchFamily="34" charset="0"/>
              </a:rPr>
              <a:t>focus on growth and retention. </a:t>
            </a:r>
            <a:r>
              <a:rPr lang="en-GB" sz="1600" b="1" i="1" dirty="0">
                <a:solidFill>
                  <a:schemeClr val="bg1"/>
                </a:solidFill>
                <a:latin typeface="Arial" panose="020B0604020202020204" pitchFamily="34" charset="0"/>
                <a:cs typeface="Arial" panose="020B0604020202020204" pitchFamily="34" charset="0"/>
              </a:rPr>
              <a:t>-</a:t>
            </a:r>
            <a:r>
              <a:rPr lang="en-GB" sz="1600" i="1" dirty="0">
                <a:solidFill>
                  <a:schemeClr val="bg1"/>
                </a:solidFill>
                <a:latin typeface="Arial" panose="020B0604020202020204" pitchFamily="34" charset="0"/>
                <a:cs typeface="Arial" panose="020B0604020202020204" pitchFamily="34" charset="0"/>
              </a:rPr>
              <a:t> </a:t>
            </a:r>
            <a:r>
              <a:rPr lang="en-GB" sz="1600" b="1" dirty="0">
                <a:solidFill>
                  <a:schemeClr val="bg1"/>
                </a:solidFill>
                <a:latin typeface="Arial" panose="020B0604020202020204" pitchFamily="34" charset="0"/>
                <a:cs typeface="Arial" panose="020B0604020202020204" pitchFamily="34" charset="0"/>
              </a:rPr>
              <a:t>Simon Jamieson</a:t>
            </a:r>
            <a:endParaRPr lang="en-US" sz="1400" b="1" dirty="0"/>
          </a:p>
        </p:txBody>
      </p:sp>
      <p:sp>
        <p:nvSpPr>
          <p:cNvPr id="64" name="TextBox 63">
            <a:extLst>
              <a:ext uri="{FF2B5EF4-FFF2-40B4-BE49-F238E27FC236}">
                <a16:creationId xmlns:a16="http://schemas.microsoft.com/office/drawing/2014/main" id="{8A25B5A4-C3EC-4488-9B8B-5F806693A9C6}"/>
              </a:ext>
            </a:extLst>
          </p:cNvPr>
          <p:cNvSpPr txBox="1"/>
          <p:nvPr/>
        </p:nvSpPr>
        <p:spPr>
          <a:xfrm>
            <a:off x="208923" y="280218"/>
            <a:ext cx="3120028" cy="1569660"/>
          </a:xfrm>
          <a:prstGeom prst="rect">
            <a:avLst/>
          </a:prstGeom>
          <a:noFill/>
        </p:spPr>
        <p:txBody>
          <a:bodyPr wrap="square" rtlCol="0">
            <a:spAutoFit/>
          </a:bodyPr>
          <a:lstStyle/>
          <a:p>
            <a:r>
              <a:rPr lang="en-GB" sz="2400" dirty="0">
                <a:solidFill>
                  <a:schemeClr val="bg1"/>
                </a:solidFill>
                <a:latin typeface="Arial" panose="020B0604020202020204" pitchFamily="34" charset="0"/>
                <a:cs typeface="Arial" panose="020B0604020202020204" pitchFamily="34" charset="0"/>
              </a:rPr>
              <a:t>NGM | </a:t>
            </a:r>
            <a:r>
              <a:rPr lang="en-GB" sz="2400" b="1" dirty="0">
                <a:solidFill>
                  <a:schemeClr val="bg1"/>
                </a:solidFill>
              </a:rPr>
              <a:t>Commercial </a:t>
            </a:r>
          </a:p>
          <a:p>
            <a:r>
              <a:rPr lang="en-GB" sz="2400" b="1" dirty="0">
                <a:solidFill>
                  <a:schemeClr val="bg1"/>
                </a:solidFill>
              </a:rPr>
              <a:t>&amp; Strategic Development</a:t>
            </a:r>
          </a:p>
          <a:p>
            <a:endParaRPr lang="en-US" sz="2400" b="1" dirty="0">
              <a:solidFill>
                <a:schemeClr val="bg1"/>
              </a:solidFill>
              <a:latin typeface="Arial" panose="020B0604020202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330061D6-8F61-4991-9B55-50D3BDEC2E2C}"/>
              </a:ext>
            </a:extLst>
          </p:cNvPr>
          <p:cNvSpPr txBox="1"/>
          <p:nvPr/>
        </p:nvSpPr>
        <p:spPr>
          <a:xfrm>
            <a:off x="336643" y="1785786"/>
            <a:ext cx="1675956" cy="307777"/>
          </a:xfrm>
          <a:prstGeom prst="rect">
            <a:avLst/>
          </a:prstGeom>
          <a:noFill/>
        </p:spPr>
        <p:txBody>
          <a:bodyPr wrap="square" rtlCol="0">
            <a:spAutoFit/>
          </a:bodyPr>
          <a:lstStyle/>
          <a:p>
            <a:r>
              <a:rPr lang="en-GB" sz="1400" b="1">
                <a:solidFill>
                  <a:schemeClr val="bg1"/>
                </a:solidFill>
                <a:latin typeface="Arial" panose="020B0604020202020204" pitchFamily="34" charset="0"/>
                <a:cs typeface="Arial" panose="020B0604020202020204" pitchFamily="34" charset="0"/>
              </a:rPr>
              <a:t>Marketing</a:t>
            </a:r>
            <a:endParaRPr lang="en-US" sz="1400" b="1">
              <a:solidFill>
                <a:schemeClr val="bg1"/>
              </a:solidFill>
              <a:latin typeface="Arial" panose="020B0604020202020204" pitchFamily="34" charset="0"/>
              <a:cs typeface="Arial" panose="020B0604020202020204" pitchFamily="34" charset="0"/>
            </a:endParaRPr>
          </a:p>
        </p:txBody>
      </p:sp>
      <p:sp>
        <p:nvSpPr>
          <p:cNvPr id="66" name="Oval 65">
            <a:extLst>
              <a:ext uri="{FF2B5EF4-FFF2-40B4-BE49-F238E27FC236}">
                <a16:creationId xmlns:a16="http://schemas.microsoft.com/office/drawing/2014/main" id="{E0B02709-4EBB-4675-B187-EC602238F680}"/>
              </a:ext>
            </a:extLst>
          </p:cNvPr>
          <p:cNvSpPr/>
          <p:nvPr/>
        </p:nvSpPr>
        <p:spPr>
          <a:xfrm>
            <a:off x="465117" y="2120533"/>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70" name="Oval 69">
            <a:extLst>
              <a:ext uri="{FF2B5EF4-FFF2-40B4-BE49-F238E27FC236}">
                <a16:creationId xmlns:a16="http://schemas.microsoft.com/office/drawing/2014/main" id="{2EE12C9A-80D6-40C8-A575-A330CBDC6498}"/>
              </a:ext>
            </a:extLst>
          </p:cNvPr>
          <p:cNvSpPr/>
          <p:nvPr/>
        </p:nvSpPr>
        <p:spPr>
          <a:xfrm>
            <a:off x="541596" y="2200834"/>
            <a:ext cx="687399" cy="687600"/>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72" name="Graphic 71" descr="Marketing">
            <a:extLst>
              <a:ext uri="{FF2B5EF4-FFF2-40B4-BE49-F238E27FC236}">
                <a16:creationId xmlns:a16="http://schemas.microsoft.com/office/drawing/2014/main" id="{6836EFC6-024F-4667-B7CD-A927F987811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9672" y="2331239"/>
            <a:ext cx="421984" cy="421984"/>
          </a:xfrm>
          <a:prstGeom prst="rect">
            <a:avLst/>
          </a:prstGeom>
        </p:spPr>
      </p:pic>
      <p:sp>
        <p:nvSpPr>
          <p:cNvPr id="103" name="Rectangle 102">
            <a:extLst>
              <a:ext uri="{FF2B5EF4-FFF2-40B4-BE49-F238E27FC236}">
                <a16:creationId xmlns:a16="http://schemas.microsoft.com/office/drawing/2014/main" id="{1841B810-FD65-44D3-B591-CD00B8C2DDB5}"/>
              </a:ext>
            </a:extLst>
          </p:cNvPr>
          <p:cNvSpPr/>
          <p:nvPr/>
        </p:nvSpPr>
        <p:spPr>
          <a:xfrm>
            <a:off x="208923" y="3271338"/>
            <a:ext cx="1303200" cy="536939"/>
          </a:xfrm>
          <a:prstGeom prst="rect">
            <a:avLst/>
          </a:prstGeom>
          <a:solidFill>
            <a:schemeClr val="accent3">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endParaRPr lang="en-GB" sz="1200">
              <a:solidFill>
                <a:schemeClr val="tx1"/>
              </a:solidFill>
            </a:endParaRPr>
          </a:p>
          <a:p>
            <a:pPr algn="ctr"/>
            <a:r>
              <a:rPr lang="en-GB" sz="1000">
                <a:solidFill>
                  <a:schemeClr val="tx1"/>
                </a:solidFill>
                <a:latin typeface="Arial" panose="020B0604020202020204" pitchFamily="34" charset="0"/>
                <a:cs typeface="Arial" panose="020B0604020202020204" pitchFamily="34" charset="0"/>
              </a:rPr>
              <a:t>Gillian Howard</a:t>
            </a:r>
          </a:p>
          <a:p>
            <a:pPr algn="ctr"/>
            <a:endParaRPr lang="en-US" sz="1200">
              <a:solidFill>
                <a:schemeClr val="tx1"/>
              </a:solidFill>
            </a:endParaRPr>
          </a:p>
        </p:txBody>
      </p:sp>
      <p:sp>
        <p:nvSpPr>
          <p:cNvPr id="109" name="TextBox 108">
            <a:extLst>
              <a:ext uri="{FF2B5EF4-FFF2-40B4-BE49-F238E27FC236}">
                <a16:creationId xmlns:a16="http://schemas.microsoft.com/office/drawing/2014/main" id="{CAEA48A8-BF36-41BE-9FC5-1857CC7A5CC4}"/>
              </a:ext>
            </a:extLst>
          </p:cNvPr>
          <p:cNvSpPr txBox="1"/>
          <p:nvPr/>
        </p:nvSpPr>
        <p:spPr>
          <a:xfrm>
            <a:off x="1428166" y="2555274"/>
            <a:ext cx="1670126" cy="523220"/>
          </a:xfrm>
          <a:prstGeom prst="rect">
            <a:avLst/>
          </a:prstGeom>
          <a:noFill/>
        </p:spPr>
        <p:txBody>
          <a:bodyPr wrap="square" rtlCol="0">
            <a:spAutoFit/>
          </a:bodyPr>
          <a:lstStyle/>
          <a:p>
            <a:pPr algn="ctr"/>
            <a:r>
              <a:rPr lang="en-GB" sz="1400" b="1">
                <a:solidFill>
                  <a:schemeClr val="bg1"/>
                </a:solidFill>
                <a:latin typeface="Arial" panose="020B0604020202020204" pitchFamily="34" charset="0"/>
                <a:cs typeface="Arial" panose="020B0604020202020204" pitchFamily="34" charset="0"/>
              </a:rPr>
              <a:t>Commercial</a:t>
            </a:r>
          </a:p>
          <a:p>
            <a:pPr algn="ctr"/>
            <a:r>
              <a:rPr lang="en-GB" sz="1400" b="1">
                <a:solidFill>
                  <a:schemeClr val="bg1"/>
                </a:solidFill>
                <a:latin typeface="Arial" panose="020B0604020202020204" pitchFamily="34" charset="0"/>
                <a:cs typeface="Arial" panose="020B0604020202020204" pitchFamily="34" charset="0"/>
              </a:rPr>
              <a:t> Development</a:t>
            </a:r>
            <a:endParaRPr lang="en-US" sz="1400" b="1">
              <a:solidFill>
                <a:schemeClr val="bg1"/>
              </a:solidFill>
              <a:latin typeface="Arial" panose="020B0604020202020204" pitchFamily="34" charset="0"/>
              <a:cs typeface="Arial" panose="020B0604020202020204" pitchFamily="34" charset="0"/>
            </a:endParaRPr>
          </a:p>
        </p:txBody>
      </p:sp>
      <p:cxnSp>
        <p:nvCxnSpPr>
          <p:cNvPr id="114" name="Straight Connector 113">
            <a:extLst>
              <a:ext uri="{FF2B5EF4-FFF2-40B4-BE49-F238E27FC236}">
                <a16:creationId xmlns:a16="http://schemas.microsoft.com/office/drawing/2014/main" id="{33630194-4462-4F7D-99AB-FBB76007AA9B}"/>
              </a:ext>
            </a:extLst>
          </p:cNvPr>
          <p:cNvCxnSpPr>
            <a:cxnSpLocks/>
          </p:cNvCxnSpPr>
          <p:nvPr/>
        </p:nvCxnSpPr>
        <p:spPr>
          <a:xfrm flipH="1" flipV="1">
            <a:off x="2133279" y="3991252"/>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6" name="Oval 115">
            <a:extLst>
              <a:ext uri="{FF2B5EF4-FFF2-40B4-BE49-F238E27FC236}">
                <a16:creationId xmlns:a16="http://schemas.microsoft.com/office/drawing/2014/main" id="{6E0256F3-8795-43DD-9F0D-4994770816DC}"/>
              </a:ext>
            </a:extLst>
          </p:cNvPr>
          <p:cNvSpPr/>
          <p:nvPr/>
        </p:nvSpPr>
        <p:spPr>
          <a:xfrm>
            <a:off x="1721199" y="3222717"/>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18" name="Oval 117">
            <a:hlinkClick r:id="rId4" action="ppaction://hlinksldjump" tooltip="Business lead for service procurement, contract assurance and governance"/>
            <a:extLst>
              <a:ext uri="{FF2B5EF4-FFF2-40B4-BE49-F238E27FC236}">
                <a16:creationId xmlns:a16="http://schemas.microsoft.com/office/drawing/2014/main" id="{5DEDC93F-E71B-4669-8E6B-A00379348D39}"/>
              </a:ext>
            </a:extLst>
          </p:cNvPr>
          <p:cNvSpPr/>
          <p:nvPr/>
        </p:nvSpPr>
        <p:spPr>
          <a:xfrm>
            <a:off x="1792256" y="3294228"/>
            <a:ext cx="687399" cy="687399"/>
          </a:xfrm>
          <a:prstGeom prst="ellipse">
            <a:avLst/>
          </a:prstGeom>
          <a:solidFill>
            <a:srgbClr val="00B0F0"/>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123" name="Graphic 122" descr="Teacher">
            <a:hlinkClick r:id="rId4" action="ppaction://hlinksldjump"/>
            <a:extLst>
              <a:ext uri="{FF2B5EF4-FFF2-40B4-BE49-F238E27FC236}">
                <a16:creationId xmlns:a16="http://schemas.microsoft.com/office/drawing/2014/main" id="{A2E6F8EB-6695-4385-9FCA-0CB045287BD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910540" y="3411090"/>
            <a:ext cx="424377" cy="424377"/>
          </a:xfrm>
          <a:prstGeom prst="rect">
            <a:avLst/>
          </a:prstGeom>
        </p:spPr>
      </p:pic>
      <p:sp>
        <p:nvSpPr>
          <p:cNvPr id="124" name="Rectangle 123">
            <a:extLst>
              <a:ext uri="{FF2B5EF4-FFF2-40B4-BE49-F238E27FC236}">
                <a16:creationId xmlns:a16="http://schemas.microsoft.com/office/drawing/2014/main" id="{58CFAB3C-84F9-4262-B261-5D0EE53860D3}"/>
              </a:ext>
            </a:extLst>
          </p:cNvPr>
          <p:cNvSpPr/>
          <p:nvPr/>
        </p:nvSpPr>
        <p:spPr>
          <a:xfrm>
            <a:off x="1471128" y="4283321"/>
            <a:ext cx="1303200" cy="527893"/>
          </a:xfrm>
          <a:prstGeom prst="rect">
            <a:avLst/>
          </a:prstGeom>
          <a:solidFill>
            <a:schemeClr val="accent1">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endParaRPr lang="en-US" sz="1000">
              <a:solidFill>
                <a:schemeClr val="tx1"/>
              </a:solidFill>
              <a:latin typeface="Arial" panose="020B0604020202020204" pitchFamily="34" charset="0"/>
              <a:cs typeface="Arial" panose="020B0604020202020204" pitchFamily="34" charset="0"/>
            </a:endParaRPr>
          </a:p>
          <a:p>
            <a:pPr algn="ctr"/>
            <a:r>
              <a:rPr lang="en-US" sz="1000">
                <a:solidFill>
                  <a:schemeClr val="tx1"/>
                </a:solidFill>
                <a:latin typeface="Arial" panose="020B0604020202020204" pitchFamily="34" charset="0"/>
                <a:cs typeface="Arial" panose="020B0604020202020204" pitchFamily="34" charset="0"/>
              </a:rPr>
              <a:t>Bhavesh Suthar</a:t>
            </a:r>
          </a:p>
        </p:txBody>
      </p:sp>
      <p:sp>
        <p:nvSpPr>
          <p:cNvPr id="125" name="Rectangle 124">
            <a:extLst>
              <a:ext uri="{FF2B5EF4-FFF2-40B4-BE49-F238E27FC236}">
                <a16:creationId xmlns:a16="http://schemas.microsoft.com/office/drawing/2014/main" id="{CE127569-6475-41DB-A00C-25B383A54497}"/>
              </a:ext>
            </a:extLst>
          </p:cNvPr>
          <p:cNvSpPr/>
          <p:nvPr/>
        </p:nvSpPr>
        <p:spPr>
          <a:xfrm>
            <a:off x="2896288" y="1771860"/>
            <a:ext cx="1525857" cy="523220"/>
          </a:xfrm>
          <a:prstGeom prst="rect">
            <a:avLst/>
          </a:prstGeom>
        </p:spPr>
        <p:txBody>
          <a:bodyPr wrap="square">
            <a:spAutoFit/>
          </a:bodyPr>
          <a:lstStyle/>
          <a:p>
            <a:pPr algn="ctr"/>
            <a:r>
              <a:rPr lang="en-GB" sz="1400" b="1">
                <a:solidFill>
                  <a:schemeClr val="bg1"/>
                </a:solidFill>
                <a:latin typeface="Arial" panose="020B0604020202020204" pitchFamily="34" charset="0"/>
                <a:cs typeface="Arial" panose="020B0604020202020204" pitchFamily="34" charset="0"/>
              </a:rPr>
              <a:t>Contract </a:t>
            </a:r>
          </a:p>
          <a:p>
            <a:pPr algn="ctr"/>
            <a:r>
              <a:rPr lang="en-GB" sz="1400" b="1">
                <a:solidFill>
                  <a:schemeClr val="bg1"/>
                </a:solidFill>
                <a:latin typeface="Arial" panose="020B0604020202020204" pitchFamily="34" charset="0"/>
                <a:cs typeface="Arial" panose="020B0604020202020204" pitchFamily="34" charset="0"/>
              </a:rPr>
              <a:t>Authority</a:t>
            </a:r>
            <a:endParaRPr lang="en-US" sz="1400" b="1">
              <a:solidFill>
                <a:schemeClr val="bg1"/>
              </a:solidFill>
              <a:latin typeface="Arial" panose="020B0604020202020204" pitchFamily="34" charset="0"/>
              <a:cs typeface="Arial" panose="020B0604020202020204" pitchFamily="34" charset="0"/>
            </a:endParaRPr>
          </a:p>
        </p:txBody>
      </p:sp>
      <p:cxnSp>
        <p:nvCxnSpPr>
          <p:cNvPr id="126" name="Straight Connector 125">
            <a:extLst>
              <a:ext uri="{FF2B5EF4-FFF2-40B4-BE49-F238E27FC236}">
                <a16:creationId xmlns:a16="http://schemas.microsoft.com/office/drawing/2014/main" id="{4B534BB0-E87E-4690-91A6-DEB96CA75E42}"/>
              </a:ext>
            </a:extLst>
          </p:cNvPr>
          <p:cNvCxnSpPr>
            <a:cxnSpLocks/>
          </p:cNvCxnSpPr>
          <p:nvPr/>
        </p:nvCxnSpPr>
        <p:spPr>
          <a:xfrm flipV="1">
            <a:off x="3633007" y="2836617"/>
            <a:ext cx="0" cy="6158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7" name="Oval 126">
            <a:extLst>
              <a:ext uri="{FF2B5EF4-FFF2-40B4-BE49-F238E27FC236}">
                <a16:creationId xmlns:a16="http://schemas.microsoft.com/office/drawing/2014/main" id="{BA0C5DFF-E239-44EF-8872-7FACB5EDC172}"/>
              </a:ext>
            </a:extLst>
          </p:cNvPr>
          <p:cNvSpPr/>
          <p:nvPr/>
        </p:nvSpPr>
        <p:spPr>
          <a:xfrm>
            <a:off x="3218348" y="2333734"/>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28" name="Oval 127">
            <a:extLst>
              <a:ext uri="{FF2B5EF4-FFF2-40B4-BE49-F238E27FC236}">
                <a16:creationId xmlns:a16="http://schemas.microsoft.com/office/drawing/2014/main" id="{1D8F6CAF-C379-40C1-99A8-583AC0F21FCD}"/>
              </a:ext>
            </a:extLst>
          </p:cNvPr>
          <p:cNvSpPr/>
          <p:nvPr/>
        </p:nvSpPr>
        <p:spPr>
          <a:xfrm>
            <a:off x="3294827" y="2417888"/>
            <a:ext cx="687399" cy="687399"/>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29" name="TextBox 128">
            <a:extLst>
              <a:ext uri="{FF2B5EF4-FFF2-40B4-BE49-F238E27FC236}">
                <a16:creationId xmlns:a16="http://schemas.microsoft.com/office/drawing/2014/main" id="{0F6F30D1-B5B9-4F53-8769-48CCD133843E}"/>
              </a:ext>
            </a:extLst>
          </p:cNvPr>
          <p:cNvSpPr txBox="1"/>
          <p:nvPr/>
        </p:nvSpPr>
        <p:spPr>
          <a:xfrm>
            <a:off x="3725938" y="3348041"/>
            <a:ext cx="330341" cy="151813"/>
          </a:xfrm>
          <a:prstGeom prst="rect">
            <a:avLst/>
          </a:prstGeom>
          <a:noFill/>
        </p:spPr>
        <p:txBody>
          <a:bodyPr wrap="none" rtlCol="0">
            <a:spAutoFit/>
          </a:bodyPr>
          <a:lstStyle/>
          <a:p>
            <a:endParaRPr lang="en-US" sz="900">
              <a:latin typeface="Arial" panose="020B0604020202020204" pitchFamily="34" charset="0"/>
              <a:cs typeface="Arial" panose="020B0604020202020204" pitchFamily="34" charset="0"/>
            </a:endParaRPr>
          </a:p>
        </p:txBody>
      </p:sp>
      <p:sp>
        <p:nvSpPr>
          <p:cNvPr id="130" name="Rectangle 129">
            <a:extLst>
              <a:ext uri="{FF2B5EF4-FFF2-40B4-BE49-F238E27FC236}">
                <a16:creationId xmlns:a16="http://schemas.microsoft.com/office/drawing/2014/main" id="{1AA11C88-F37D-42B8-8133-82A4071DB6AC}"/>
              </a:ext>
            </a:extLst>
          </p:cNvPr>
          <p:cNvSpPr/>
          <p:nvPr/>
        </p:nvSpPr>
        <p:spPr>
          <a:xfrm>
            <a:off x="2907933" y="3411090"/>
            <a:ext cx="1303200" cy="648000"/>
          </a:xfrm>
          <a:prstGeom prst="rect">
            <a:avLst/>
          </a:prstGeom>
          <a:solidFill>
            <a:schemeClr val="accent4">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endParaRPr lang="en-GB" sz="1200">
              <a:solidFill>
                <a:schemeClr val="tx1"/>
              </a:solidFill>
            </a:endParaRPr>
          </a:p>
          <a:p>
            <a:pPr algn="ctr"/>
            <a:r>
              <a:rPr lang="en-GB" sz="1000">
                <a:solidFill>
                  <a:schemeClr val="tx1"/>
                </a:solidFill>
                <a:latin typeface="Arial" panose="020B0604020202020204" pitchFamily="34" charset="0"/>
                <a:cs typeface="Arial" panose="020B0604020202020204" pitchFamily="34" charset="0"/>
              </a:rPr>
              <a:t>Roxy Begum</a:t>
            </a:r>
          </a:p>
          <a:p>
            <a:pPr algn="ctr"/>
            <a:r>
              <a:rPr lang="en-GB" sz="1000">
                <a:solidFill>
                  <a:schemeClr val="tx1"/>
                </a:solidFill>
                <a:latin typeface="Arial" panose="020B0604020202020204" pitchFamily="34" charset="0"/>
                <a:cs typeface="Arial" panose="020B0604020202020204" pitchFamily="34" charset="0"/>
              </a:rPr>
              <a:t>Jason Stewart</a:t>
            </a:r>
          </a:p>
          <a:p>
            <a:pPr algn="ctr"/>
            <a:endParaRPr lang="en-US" sz="1200">
              <a:solidFill>
                <a:schemeClr val="tx1"/>
              </a:solidFill>
            </a:endParaRPr>
          </a:p>
        </p:txBody>
      </p:sp>
      <p:pic>
        <p:nvPicPr>
          <p:cNvPr id="131" name="Picture 130">
            <a:extLst>
              <a:ext uri="{FF2B5EF4-FFF2-40B4-BE49-F238E27FC236}">
                <a16:creationId xmlns:a16="http://schemas.microsoft.com/office/drawing/2014/main" id="{5EBC474A-19DC-4C85-A2A2-FE5298072F7E}"/>
              </a:ext>
            </a:extLst>
          </p:cNvPr>
          <p:cNvPicPr>
            <a:picLocks noChangeAspect="1"/>
          </p:cNvPicPr>
          <p:nvPr/>
        </p:nvPicPr>
        <p:blipFill>
          <a:blip r:embed="rId7">
            <a:lum bright="70000" contrast="-70000"/>
            <a:extLst>
              <a:ext uri="{BEBA8EAE-BF5A-486C-A8C5-ECC9F3942E4B}">
                <a14:imgProps xmlns:a14="http://schemas.microsoft.com/office/drawing/2010/main">
                  <a14:imgLayer r:embed="rId8">
                    <a14:imgEffect>
                      <a14:backgroundRemoval t="11842" b="82105" l="8380" r="90875">
                        <a14:foregroundMark x1="22905" y1="40000" x2="22905" y2="40000"/>
                        <a14:foregroundMark x1="37244" y1="63684" x2="37244" y2="63684"/>
                        <a14:foregroundMark x1="51210" y1="77105" x2="51210" y2="77105"/>
                        <a14:foregroundMark x1="62384" y1="37105" x2="62384" y2="38158"/>
                        <a14:foregroundMark x1="78771" y1="42368" x2="78771" y2="42368"/>
                        <a14:backgroundMark x1="52514" y1="65789" x2="52514" y2="65789"/>
                        <a14:backgroundMark x1="56425" y1="58421" x2="56425" y2="58421"/>
                        <a14:backgroundMark x1="51769" y1="65000" x2="51769" y2="65000"/>
                        <a14:backgroundMark x1="37616" y1="65526" x2="37616" y2="65526"/>
                        <a14:backgroundMark x1="32961" y1="60000" x2="32961" y2="60000"/>
                        <a14:backgroundMark x1="43017" y1="71316" x2="43017" y2="71316"/>
                      </a14:backgroundRemoval>
                    </a14:imgEffect>
                  </a14:imgLayer>
                </a14:imgProps>
              </a:ext>
              <a:ext uri="{28A0092B-C50C-407E-A947-70E740481C1C}">
                <a14:useLocalDpi xmlns:a14="http://schemas.microsoft.com/office/drawing/2010/main" val="0"/>
              </a:ext>
            </a:extLst>
          </a:blip>
          <a:stretch>
            <a:fillRect/>
          </a:stretch>
        </p:blipFill>
        <p:spPr>
          <a:xfrm>
            <a:off x="3345731" y="2526216"/>
            <a:ext cx="626972" cy="443668"/>
          </a:xfrm>
          <a:prstGeom prst="rect">
            <a:avLst/>
          </a:prstGeom>
        </p:spPr>
      </p:pic>
      <p:cxnSp>
        <p:nvCxnSpPr>
          <p:cNvPr id="132" name="Straight Connector 131">
            <a:extLst>
              <a:ext uri="{FF2B5EF4-FFF2-40B4-BE49-F238E27FC236}">
                <a16:creationId xmlns:a16="http://schemas.microsoft.com/office/drawing/2014/main" id="{8D742EF9-8D3A-4935-9640-43C3CEEFCE3D}"/>
              </a:ext>
            </a:extLst>
          </p:cNvPr>
          <p:cNvCxnSpPr>
            <a:cxnSpLocks/>
          </p:cNvCxnSpPr>
          <p:nvPr/>
        </p:nvCxnSpPr>
        <p:spPr>
          <a:xfrm flipH="1" flipV="1">
            <a:off x="4811199" y="3854322"/>
            <a:ext cx="0" cy="504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3" name="Oval 132">
            <a:extLst>
              <a:ext uri="{FF2B5EF4-FFF2-40B4-BE49-F238E27FC236}">
                <a16:creationId xmlns:a16="http://schemas.microsoft.com/office/drawing/2014/main" id="{58A9F42C-55BD-4648-AAA5-EA25035F8DF7}"/>
              </a:ext>
            </a:extLst>
          </p:cNvPr>
          <p:cNvSpPr/>
          <p:nvPr/>
        </p:nvSpPr>
        <p:spPr>
          <a:xfrm>
            <a:off x="4516074" y="3199654"/>
            <a:ext cx="612000" cy="612000"/>
          </a:xfrm>
          <a:prstGeom prst="ellipse">
            <a:avLst/>
          </a:prstGeom>
          <a:ln/>
        </p:spPr>
        <p:style>
          <a:lnRef idx="0">
            <a:schemeClr val="accent2"/>
          </a:lnRef>
          <a:fillRef idx="3">
            <a:schemeClr val="accent2"/>
          </a:fillRef>
          <a:effectRef idx="3">
            <a:schemeClr val="accent2"/>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134" name="Picture 133">
            <a:extLst>
              <a:ext uri="{FF2B5EF4-FFF2-40B4-BE49-F238E27FC236}">
                <a16:creationId xmlns:a16="http://schemas.microsoft.com/office/drawing/2014/main" id="{FDC5C912-0278-4D9A-9D9E-E01E9FC285AE}"/>
              </a:ext>
            </a:extLst>
          </p:cNvPr>
          <p:cNvPicPr>
            <a:picLocks noChangeAspect="1"/>
          </p:cNvPicPr>
          <p:nvPr/>
        </p:nvPicPr>
        <p:blipFill>
          <a:blip r:embed="rId9">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608052" y="3279613"/>
            <a:ext cx="425544" cy="420816"/>
          </a:xfrm>
          <a:prstGeom prst="rect">
            <a:avLst/>
          </a:prstGeom>
        </p:spPr>
      </p:pic>
      <p:sp>
        <p:nvSpPr>
          <p:cNvPr id="136" name="TextBox 135">
            <a:extLst>
              <a:ext uri="{FF2B5EF4-FFF2-40B4-BE49-F238E27FC236}">
                <a16:creationId xmlns:a16="http://schemas.microsoft.com/office/drawing/2014/main" id="{C598157D-2A7D-487C-A6E1-09B4A86F131A}"/>
              </a:ext>
            </a:extLst>
          </p:cNvPr>
          <p:cNvSpPr txBox="1"/>
          <p:nvPr/>
        </p:nvSpPr>
        <p:spPr>
          <a:xfrm>
            <a:off x="4073181" y="2554836"/>
            <a:ext cx="1651371" cy="523220"/>
          </a:xfrm>
          <a:prstGeom prst="rect">
            <a:avLst/>
          </a:prstGeom>
          <a:noFill/>
        </p:spPr>
        <p:txBody>
          <a:bodyPr wrap="square" rtlCol="0">
            <a:spAutoFit/>
          </a:bodyPr>
          <a:lstStyle/>
          <a:p>
            <a:pPr algn="ctr"/>
            <a:r>
              <a:rPr lang="en-GB" sz="1400" b="1">
                <a:solidFill>
                  <a:schemeClr val="bg1"/>
                </a:solidFill>
                <a:latin typeface="Arial" panose="020B0604020202020204" pitchFamily="34" charset="0"/>
                <a:cs typeface="Arial" panose="020B0604020202020204" pitchFamily="34" charset="0"/>
              </a:rPr>
              <a:t>Revenue </a:t>
            </a:r>
          </a:p>
          <a:p>
            <a:pPr algn="ctr"/>
            <a:r>
              <a:rPr lang="en-GB" sz="1400" b="1">
                <a:solidFill>
                  <a:schemeClr val="bg1"/>
                </a:solidFill>
                <a:latin typeface="Arial" panose="020B0604020202020204" pitchFamily="34" charset="0"/>
                <a:cs typeface="Arial" panose="020B0604020202020204" pitchFamily="34" charset="0"/>
              </a:rPr>
              <a:t>Assurance</a:t>
            </a:r>
            <a:endParaRPr lang="en-US" sz="1400" b="1">
              <a:solidFill>
                <a:schemeClr val="bg1"/>
              </a:solidFill>
              <a:latin typeface="Arial" panose="020B0604020202020204" pitchFamily="34" charset="0"/>
              <a:cs typeface="Arial" panose="020B0604020202020204" pitchFamily="34" charset="0"/>
            </a:endParaRPr>
          </a:p>
        </p:txBody>
      </p:sp>
      <p:sp>
        <p:nvSpPr>
          <p:cNvPr id="139" name="Rectangle 138">
            <a:extLst>
              <a:ext uri="{FF2B5EF4-FFF2-40B4-BE49-F238E27FC236}">
                <a16:creationId xmlns:a16="http://schemas.microsoft.com/office/drawing/2014/main" id="{5D331454-6583-4B9F-B51F-C3D02497DE05}"/>
              </a:ext>
            </a:extLst>
          </p:cNvPr>
          <p:cNvSpPr/>
          <p:nvPr/>
        </p:nvSpPr>
        <p:spPr>
          <a:xfrm>
            <a:off x="3963553" y="4269288"/>
            <a:ext cx="1512080" cy="655183"/>
          </a:xfrm>
          <a:prstGeom prst="rect">
            <a:avLst/>
          </a:prstGeom>
          <a:solidFill>
            <a:schemeClr val="accent2">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endParaRPr lang="en-US" sz="1000">
              <a:solidFill>
                <a:schemeClr val="tx1"/>
              </a:solidFill>
              <a:latin typeface="Arial" panose="020B0604020202020204" pitchFamily="34" charset="0"/>
              <a:cs typeface="Arial" panose="020B0604020202020204" pitchFamily="34" charset="0"/>
            </a:endParaRPr>
          </a:p>
          <a:p>
            <a:pPr algn="ctr"/>
            <a:r>
              <a:rPr lang="en-US" sz="1000">
                <a:solidFill>
                  <a:schemeClr val="tx1"/>
                </a:solidFill>
                <a:latin typeface="Arial" panose="020B0604020202020204" pitchFamily="34" charset="0"/>
                <a:cs typeface="Arial" panose="020B0604020202020204" pitchFamily="34" charset="0"/>
              </a:rPr>
              <a:t>Richard Paton-Devine</a:t>
            </a:r>
          </a:p>
        </p:txBody>
      </p:sp>
      <p:cxnSp>
        <p:nvCxnSpPr>
          <p:cNvPr id="140" name="Straight Connector 139">
            <a:extLst>
              <a:ext uri="{FF2B5EF4-FFF2-40B4-BE49-F238E27FC236}">
                <a16:creationId xmlns:a16="http://schemas.microsoft.com/office/drawing/2014/main" id="{2C3CD2EB-9142-4A01-A2F9-DD1CC4437C53}"/>
              </a:ext>
            </a:extLst>
          </p:cNvPr>
          <p:cNvCxnSpPr>
            <a:cxnSpLocks/>
          </p:cNvCxnSpPr>
          <p:nvPr/>
        </p:nvCxnSpPr>
        <p:spPr>
          <a:xfrm flipV="1">
            <a:off x="6112933" y="4855662"/>
            <a:ext cx="0" cy="6158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D72D2CA7-47DF-4344-8E73-AB689590E39F}"/>
              </a:ext>
            </a:extLst>
          </p:cNvPr>
          <p:cNvSpPr txBox="1"/>
          <p:nvPr/>
        </p:nvSpPr>
        <p:spPr>
          <a:xfrm>
            <a:off x="5473723" y="3466894"/>
            <a:ext cx="1266693" cy="523220"/>
          </a:xfrm>
          <a:prstGeom prst="rect">
            <a:avLst/>
          </a:prstGeom>
          <a:noFill/>
        </p:spPr>
        <p:txBody>
          <a:bodyPr wrap="none" rtlCol="0">
            <a:spAutoFit/>
          </a:bodyPr>
          <a:lstStyle/>
          <a:p>
            <a:r>
              <a:rPr lang="en-GB" sz="1400" b="1">
                <a:solidFill>
                  <a:schemeClr val="bg1"/>
                </a:solidFill>
                <a:latin typeface="Arial" panose="020B0604020202020204" pitchFamily="34" charset="0"/>
                <a:cs typeface="Arial" panose="020B0604020202020204" pitchFamily="34" charset="0"/>
              </a:rPr>
              <a:t>Innovation &amp;</a:t>
            </a:r>
          </a:p>
          <a:p>
            <a:r>
              <a:rPr lang="en-GB" sz="1400" b="1">
                <a:solidFill>
                  <a:schemeClr val="bg1"/>
                </a:solidFill>
                <a:latin typeface="Arial" panose="020B0604020202020204" pitchFamily="34" charset="0"/>
                <a:cs typeface="Arial" panose="020B0604020202020204" pitchFamily="34" charset="0"/>
              </a:rPr>
              <a:t>  Hydrogen</a:t>
            </a:r>
          </a:p>
        </p:txBody>
      </p:sp>
      <p:sp>
        <p:nvSpPr>
          <p:cNvPr id="142" name="Oval 141">
            <a:extLst>
              <a:ext uri="{FF2B5EF4-FFF2-40B4-BE49-F238E27FC236}">
                <a16:creationId xmlns:a16="http://schemas.microsoft.com/office/drawing/2014/main" id="{D361F542-4F09-451A-8783-509B58108C73}"/>
              </a:ext>
            </a:extLst>
          </p:cNvPr>
          <p:cNvSpPr/>
          <p:nvPr/>
        </p:nvSpPr>
        <p:spPr>
          <a:xfrm>
            <a:off x="5677588" y="4047221"/>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43" name="Oval 142">
            <a:extLst>
              <a:ext uri="{FF2B5EF4-FFF2-40B4-BE49-F238E27FC236}">
                <a16:creationId xmlns:a16="http://schemas.microsoft.com/office/drawing/2014/main" id="{12DF22D3-AF19-4C4B-8598-570D5F4177D8}"/>
              </a:ext>
            </a:extLst>
          </p:cNvPr>
          <p:cNvSpPr/>
          <p:nvPr/>
        </p:nvSpPr>
        <p:spPr>
          <a:xfrm>
            <a:off x="5754676" y="4120475"/>
            <a:ext cx="687399" cy="6873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44" name="Rectangle 143">
            <a:extLst>
              <a:ext uri="{FF2B5EF4-FFF2-40B4-BE49-F238E27FC236}">
                <a16:creationId xmlns:a16="http://schemas.microsoft.com/office/drawing/2014/main" id="{761C62FD-6F66-43D7-882E-E34E09E58C6A}"/>
              </a:ext>
            </a:extLst>
          </p:cNvPr>
          <p:cNvSpPr/>
          <p:nvPr/>
        </p:nvSpPr>
        <p:spPr>
          <a:xfrm>
            <a:off x="5462663" y="5181347"/>
            <a:ext cx="1303747" cy="560826"/>
          </a:xfrm>
          <a:prstGeom prst="rect">
            <a:avLst/>
          </a:prstGeom>
          <a:solidFill>
            <a:schemeClr val="accent6">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endParaRPr lang="en-GB" sz="1200">
              <a:solidFill>
                <a:schemeClr val="tx1"/>
              </a:solidFill>
            </a:endParaRPr>
          </a:p>
          <a:p>
            <a:pPr algn="ctr"/>
            <a:r>
              <a:rPr lang="en-GB" sz="1000">
                <a:solidFill>
                  <a:schemeClr val="tx1"/>
                </a:solidFill>
                <a:latin typeface="Arial" panose="020B0604020202020204" pitchFamily="34" charset="0"/>
                <a:cs typeface="Arial" panose="020B0604020202020204" pitchFamily="34" charset="0"/>
              </a:rPr>
              <a:t>Chris Wood</a:t>
            </a:r>
          </a:p>
          <a:p>
            <a:pPr algn="ctr"/>
            <a:endParaRPr lang="en-US" sz="1200">
              <a:solidFill>
                <a:schemeClr val="tx1"/>
              </a:solidFill>
            </a:endParaRPr>
          </a:p>
        </p:txBody>
      </p:sp>
      <p:pic>
        <p:nvPicPr>
          <p:cNvPr id="145" name="Graphic 144" descr="Lightbulb and gear">
            <a:extLst>
              <a:ext uri="{FF2B5EF4-FFF2-40B4-BE49-F238E27FC236}">
                <a16:creationId xmlns:a16="http://schemas.microsoft.com/office/drawing/2014/main" id="{303A1E3D-5A3E-42A2-AC0D-ED525956FCB7}"/>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841536" y="4181419"/>
            <a:ext cx="512093" cy="512093"/>
          </a:xfrm>
          <a:prstGeom prst="rect">
            <a:avLst/>
          </a:prstGeom>
        </p:spPr>
      </p:pic>
      <p:sp>
        <p:nvSpPr>
          <p:cNvPr id="146" name="Rectangle 145">
            <a:extLst>
              <a:ext uri="{FF2B5EF4-FFF2-40B4-BE49-F238E27FC236}">
                <a16:creationId xmlns:a16="http://schemas.microsoft.com/office/drawing/2014/main" id="{E0308764-CEDA-4562-B05B-65EEDC27CFFC}"/>
              </a:ext>
            </a:extLst>
          </p:cNvPr>
          <p:cNvSpPr/>
          <p:nvPr/>
        </p:nvSpPr>
        <p:spPr>
          <a:xfrm>
            <a:off x="6058391" y="2453603"/>
            <a:ext cx="2656361" cy="738664"/>
          </a:xfrm>
          <a:prstGeom prst="rect">
            <a:avLst/>
          </a:prstGeom>
        </p:spPr>
        <p:txBody>
          <a:bodyPr wrap="square">
            <a:spAutoFit/>
          </a:bodyPr>
          <a:lstStyle/>
          <a:p>
            <a:pPr algn="ctr"/>
            <a:r>
              <a:rPr lang="en-GB" sz="1400" b="1">
                <a:solidFill>
                  <a:schemeClr val="bg1"/>
                </a:solidFill>
                <a:latin typeface="Arial" panose="020B0604020202020204" pitchFamily="34" charset="0"/>
                <a:cs typeface="Arial" panose="020B0604020202020204" pitchFamily="34" charset="0"/>
              </a:rPr>
              <a:t>Customer Contract </a:t>
            </a:r>
          </a:p>
          <a:p>
            <a:pPr algn="ctr"/>
            <a:r>
              <a:rPr lang="en-GB" sz="1400" b="1">
                <a:solidFill>
                  <a:schemeClr val="bg1"/>
                </a:solidFill>
                <a:latin typeface="Arial" panose="020B0604020202020204" pitchFamily="34" charset="0"/>
                <a:cs typeface="Arial" panose="020B0604020202020204" pitchFamily="34" charset="0"/>
              </a:rPr>
              <a:t>Authority &amp; Regulation</a:t>
            </a:r>
          </a:p>
          <a:p>
            <a:pPr algn="ctr"/>
            <a:endParaRPr lang="en-US" sz="1400" b="1">
              <a:solidFill>
                <a:schemeClr val="bg1"/>
              </a:solidFill>
              <a:latin typeface="Arial" panose="020B0604020202020204" pitchFamily="34" charset="0"/>
              <a:cs typeface="Arial" panose="020B0604020202020204" pitchFamily="34" charset="0"/>
            </a:endParaRPr>
          </a:p>
        </p:txBody>
      </p:sp>
      <p:sp>
        <p:nvSpPr>
          <p:cNvPr id="147" name="TextBox 146">
            <a:extLst>
              <a:ext uri="{FF2B5EF4-FFF2-40B4-BE49-F238E27FC236}">
                <a16:creationId xmlns:a16="http://schemas.microsoft.com/office/drawing/2014/main" id="{15379231-A85D-4525-921B-4416ED5F9F96}"/>
              </a:ext>
            </a:extLst>
          </p:cNvPr>
          <p:cNvSpPr txBox="1"/>
          <p:nvPr/>
        </p:nvSpPr>
        <p:spPr>
          <a:xfrm>
            <a:off x="7471614" y="4355076"/>
            <a:ext cx="330341" cy="151813"/>
          </a:xfrm>
          <a:prstGeom prst="rect">
            <a:avLst/>
          </a:prstGeom>
          <a:noFill/>
        </p:spPr>
        <p:txBody>
          <a:bodyPr wrap="none" rtlCol="0">
            <a:spAutoFit/>
          </a:bodyPr>
          <a:lstStyle/>
          <a:p>
            <a:endParaRPr lang="en-US" sz="900">
              <a:latin typeface="Arial" panose="020B0604020202020204" pitchFamily="34" charset="0"/>
              <a:cs typeface="Arial" panose="020B0604020202020204" pitchFamily="34" charset="0"/>
            </a:endParaRPr>
          </a:p>
        </p:txBody>
      </p:sp>
      <p:sp>
        <p:nvSpPr>
          <p:cNvPr id="148" name="Oval 147">
            <a:extLst>
              <a:ext uri="{FF2B5EF4-FFF2-40B4-BE49-F238E27FC236}">
                <a16:creationId xmlns:a16="http://schemas.microsoft.com/office/drawing/2014/main" id="{592EA9E9-CA9A-4CD0-8180-ABCE64739E87}"/>
              </a:ext>
            </a:extLst>
          </p:cNvPr>
          <p:cNvSpPr/>
          <p:nvPr/>
        </p:nvSpPr>
        <p:spPr>
          <a:xfrm>
            <a:off x="6961596" y="3029443"/>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49" name="Oval 148">
            <a:extLst>
              <a:ext uri="{FF2B5EF4-FFF2-40B4-BE49-F238E27FC236}">
                <a16:creationId xmlns:a16="http://schemas.microsoft.com/office/drawing/2014/main" id="{65435942-BF18-4238-B353-9F21822331AB}"/>
              </a:ext>
            </a:extLst>
          </p:cNvPr>
          <p:cNvSpPr/>
          <p:nvPr/>
        </p:nvSpPr>
        <p:spPr>
          <a:xfrm>
            <a:off x="7038075" y="3105922"/>
            <a:ext cx="687399" cy="687399"/>
          </a:xfrm>
          <a:prstGeom prst="ellipse">
            <a:avLst/>
          </a:prstGeom>
          <a:solidFill>
            <a:schemeClr val="tx2"/>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150" name="Picture 149">
            <a:hlinkClick r:id="rId4" action="ppaction://hlinksldjump" tooltip="Manages the Service Provision Contract between NGM and NGG, Ofgem liaison and ensure that the business strategy does not compromise licence and industry obligations"/>
            <a:extLst>
              <a:ext uri="{FF2B5EF4-FFF2-40B4-BE49-F238E27FC236}">
                <a16:creationId xmlns:a16="http://schemas.microsoft.com/office/drawing/2014/main" id="{D34FAAF5-1A8D-4880-B5E6-27551B839381}"/>
              </a:ext>
            </a:extLst>
          </p:cNvPr>
          <p:cNvPicPr>
            <a:picLocks noChangeAspect="1"/>
          </p:cNvPicPr>
          <p:nvPr/>
        </p:nvPicPr>
        <p:blipFill>
          <a:blip r:embed="rId1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7136407" y="3193102"/>
            <a:ext cx="473559" cy="473559"/>
          </a:xfrm>
          <a:prstGeom prst="rect">
            <a:avLst/>
          </a:prstGeom>
        </p:spPr>
      </p:pic>
      <p:sp>
        <p:nvSpPr>
          <p:cNvPr id="151" name="Rectangle 150">
            <a:extLst>
              <a:ext uri="{FF2B5EF4-FFF2-40B4-BE49-F238E27FC236}">
                <a16:creationId xmlns:a16="http://schemas.microsoft.com/office/drawing/2014/main" id="{F6F52A05-290B-4E40-900D-6EDDAA4D8A32}"/>
              </a:ext>
            </a:extLst>
          </p:cNvPr>
          <p:cNvSpPr/>
          <p:nvPr/>
        </p:nvSpPr>
        <p:spPr>
          <a:xfrm>
            <a:off x="6787655" y="4181418"/>
            <a:ext cx="1303748" cy="643474"/>
          </a:xfrm>
          <a:prstGeom prst="rect">
            <a:avLst/>
          </a:prstGeom>
          <a:solidFill>
            <a:schemeClr val="tx2">
              <a:lumMod val="20000"/>
              <a:lumOff val="8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endParaRPr lang="en-GB" sz="1000">
              <a:solidFill>
                <a:schemeClr val="tx1"/>
              </a:solidFill>
              <a:latin typeface="Arial" panose="020B0604020202020204" pitchFamily="34" charset="0"/>
              <a:cs typeface="Arial" panose="020B0604020202020204" pitchFamily="34" charset="0"/>
            </a:endParaRPr>
          </a:p>
          <a:p>
            <a:pPr algn="ctr"/>
            <a:r>
              <a:rPr lang="en-GB" sz="1000">
                <a:solidFill>
                  <a:schemeClr val="tx1"/>
                </a:solidFill>
                <a:latin typeface="Arial" panose="020B0604020202020204" pitchFamily="34" charset="0"/>
                <a:cs typeface="Arial" panose="020B0604020202020204" pitchFamily="34" charset="0"/>
              </a:rPr>
              <a:t>Abigail Cardall</a:t>
            </a:r>
          </a:p>
          <a:p>
            <a:pPr algn="ctr"/>
            <a:r>
              <a:rPr lang="en-GB" sz="1000">
                <a:solidFill>
                  <a:schemeClr val="tx1"/>
                </a:solidFill>
                <a:latin typeface="Arial" panose="020B0604020202020204" pitchFamily="34" charset="0"/>
                <a:cs typeface="Arial" panose="020B0604020202020204" pitchFamily="34" charset="0"/>
              </a:rPr>
              <a:t>Keely Mayo</a:t>
            </a:r>
          </a:p>
          <a:p>
            <a:pPr algn="ctr"/>
            <a:endParaRPr lang="en-US" sz="1200">
              <a:solidFill>
                <a:schemeClr val="tx1"/>
              </a:solidFill>
            </a:endParaRPr>
          </a:p>
        </p:txBody>
      </p:sp>
      <p:sp>
        <p:nvSpPr>
          <p:cNvPr id="152" name="Rectangle 151">
            <a:extLst>
              <a:ext uri="{FF2B5EF4-FFF2-40B4-BE49-F238E27FC236}">
                <a16:creationId xmlns:a16="http://schemas.microsoft.com/office/drawing/2014/main" id="{0D7ABC76-2166-484D-98DF-C9200E4547FD}"/>
              </a:ext>
            </a:extLst>
          </p:cNvPr>
          <p:cNvSpPr/>
          <p:nvPr/>
        </p:nvSpPr>
        <p:spPr>
          <a:xfrm>
            <a:off x="8427522" y="3266704"/>
            <a:ext cx="1326764" cy="738664"/>
          </a:xfrm>
          <a:prstGeom prst="rect">
            <a:avLst/>
          </a:prstGeom>
        </p:spPr>
        <p:txBody>
          <a:bodyPr wrap="square">
            <a:spAutoFit/>
          </a:bodyPr>
          <a:lstStyle/>
          <a:p>
            <a:r>
              <a:rPr lang="en-GB" sz="1400" b="1">
                <a:solidFill>
                  <a:schemeClr val="bg1"/>
                </a:solidFill>
                <a:latin typeface="Arial" panose="020B0604020202020204" pitchFamily="34" charset="0"/>
                <a:cs typeface="Arial" panose="020B0604020202020204" pitchFamily="34" charset="0"/>
              </a:rPr>
              <a:t>Customer </a:t>
            </a:r>
          </a:p>
          <a:p>
            <a:r>
              <a:rPr lang="en-GB" sz="1400" b="1">
                <a:solidFill>
                  <a:schemeClr val="bg1"/>
                </a:solidFill>
                <a:latin typeface="Arial" panose="020B0604020202020204" pitchFamily="34" charset="0"/>
                <a:cs typeface="Arial" panose="020B0604020202020204" pitchFamily="34" charset="0"/>
              </a:rPr>
              <a:t>Account Management</a:t>
            </a:r>
            <a:endParaRPr lang="en-US" sz="1400" b="1">
              <a:solidFill>
                <a:schemeClr val="bg1"/>
              </a:solidFill>
              <a:latin typeface="Arial" panose="020B0604020202020204" pitchFamily="34" charset="0"/>
              <a:cs typeface="Arial" panose="020B0604020202020204" pitchFamily="34" charset="0"/>
            </a:endParaRPr>
          </a:p>
        </p:txBody>
      </p:sp>
      <p:sp>
        <p:nvSpPr>
          <p:cNvPr id="153" name="Oval 152">
            <a:extLst>
              <a:ext uri="{FF2B5EF4-FFF2-40B4-BE49-F238E27FC236}">
                <a16:creationId xmlns:a16="http://schemas.microsoft.com/office/drawing/2014/main" id="{DD3C6B36-1291-4979-AE1A-0B713BDE5F55}"/>
              </a:ext>
            </a:extLst>
          </p:cNvPr>
          <p:cNvSpPr/>
          <p:nvPr/>
        </p:nvSpPr>
        <p:spPr>
          <a:xfrm>
            <a:off x="8348220" y="4084112"/>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154" name="Oval 153">
            <a:extLst>
              <a:ext uri="{FF2B5EF4-FFF2-40B4-BE49-F238E27FC236}">
                <a16:creationId xmlns:a16="http://schemas.microsoft.com/office/drawing/2014/main" id="{6D4AB3BE-BC4A-46D3-BEDB-64843682B5B9}"/>
              </a:ext>
            </a:extLst>
          </p:cNvPr>
          <p:cNvSpPr/>
          <p:nvPr/>
        </p:nvSpPr>
        <p:spPr>
          <a:xfrm>
            <a:off x="8423449" y="4165092"/>
            <a:ext cx="687399" cy="687399"/>
          </a:xfrm>
          <a:prstGeom prst="ellipse">
            <a:avLst/>
          </a:prstGeom>
          <a:gradFill flip="none" rotWithShape="1">
            <a:gsLst>
              <a:gs pos="0">
                <a:schemeClr val="accent5">
                  <a:lumMod val="75000"/>
                  <a:shade val="30000"/>
                  <a:satMod val="115000"/>
                </a:schemeClr>
              </a:gs>
              <a:gs pos="50000">
                <a:schemeClr val="accent5">
                  <a:lumMod val="75000"/>
                  <a:shade val="67500"/>
                  <a:satMod val="115000"/>
                </a:schemeClr>
              </a:gs>
              <a:gs pos="100000">
                <a:schemeClr val="accent5">
                  <a:lumMod val="75000"/>
                  <a:shade val="100000"/>
                  <a:satMod val="115000"/>
                </a:schemeClr>
              </a:gs>
            </a:gsLst>
            <a:lin ang="2700000" scaled="1"/>
            <a:tileRect/>
          </a:gra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155" name="Picture 154">
            <a:extLst>
              <a:ext uri="{FF2B5EF4-FFF2-40B4-BE49-F238E27FC236}">
                <a16:creationId xmlns:a16="http://schemas.microsoft.com/office/drawing/2014/main" id="{4A7FD6BC-8A40-4201-BBAF-818A984E8FD2}"/>
              </a:ext>
            </a:extLst>
          </p:cNvPr>
          <p:cNvPicPr>
            <a:picLocks noChangeAspect="1"/>
          </p:cNvPicPr>
          <p:nvPr/>
        </p:nvPicPr>
        <p:blipFill>
          <a:blip r:embed="rId13">
            <a:lum bright="70000" contrast="-70000"/>
            <a:extLst>
              <a:ext uri="{28A0092B-C50C-407E-A947-70E740481C1C}">
                <a14:useLocalDpi xmlns:a14="http://schemas.microsoft.com/office/drawing/2010/main" val="0"/>
              </a:ext>
            </a:extLst>
          </a:blip>
          <a:stretch>
            <a:fillRect/>
          </a:stretch>
        </p:blipFill>
        <p:spPr>
          <a:xfrm>
            <a:off x="8586620" y="4321414"/>
            <a:ext cx="411509" cy="410163"/>
          </a:xfrm>
          <a:prstGeom prst="rect">
            <a:avLst/>
          </a:prstGeom>
        </p:spPr>
      </p:pic>
      <p:sp>
        <p:nvSpPr>
          <p:cNvPr id="156" name="Rectangle 155">
            <a:extLst>
              <a:ext uri="{FF2B5EF4-FFF2-40B4-BE49-F238E27FC236}">
                <a16:creationId xmlns:a16="http://schemas.microsoft.com/office/drawing/2014/main" id="{5D1BB6EB-C200-4758-A243-5BD0DECC7C70}"/>
              </a:ext>
            </a:extLst>
          </p:cNvPr>
          <p:cNvSpPr/>
          <p:nvPr/>
        </p:nvSpPr>
        <p:spPr>
          <a:xfrm>
            <a:off x="8074622" y="5107278"/>
            <a:ext cx="1441176" cy="1545027"/>
          </a:xfrm>
          <a:prstGeom prst="rect">
            <a:avLst/>
          </a:prstGeom>
          <a:solidFill>
            <a:schemeClr val="accent5">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endParaRPr lang="en-GB" sz="1000">
              <a:solidFill>
                <a:schemeClr val="tx1"/>
              </a:solidFill>
            </a:endParaRPr>
          </a:p>
          <a:p>
            <a:pPr algn="ctr" defTabSz="355600">
              <a:lnSpc>
                <a:spcPct val="90000"/>
              </a:lnSpc>
              <a:spcBef>
                <a:spcPct val="0"/>
              </a:spcBef>
              <a:spcAft>
                <a:spcPct val="35000"/>
              </a:spcAft>
            </a:pPr>
            <a:r>
              <a:rPr lang="en-GB" sz="1000">
                <a:solidFill>
                  <a:schemeClr val="tx1"/>
                </a:solidFill>
                <a:latin typeface="Arial" panose="020B0604020202020204" pitchFamily="34" charset="0"/>
                <a:cs typeface="Arial" panose="020B0604020202020204" pitchFamily="34" charset="0"/>
              </a:rPr>
              <a:t>Ben Barry</a:t>
            </a:r>
          </a:p>
          <a:p>
            <a:pPr algn="ctr" defTabSz="355600">
              <a:lnSpc>
                <a:spcPct val="90000"/>
              </a:lnSpc>
              <a:spcBef>
                <a:spcPct val="0"/>
              </a:spcBef>
              <a:spcAft>
                <a:spcPct val="35000"/>
              </a:spcAft>
            </a:pPr>
            <a:r>
              <a:rPr lang="en-GB" sz="1000">
                <a:solidFill>
                  <a:schemeClr val="tx1"/>
                </a:solidFill>
                <a:latin typeface="Arial" panose="020B0604020202020204" pitchFamily="34" charset="0"/>
                <a:cs typeface="Arial" panose="020B0604020202020204" pitchFamily="34" charset="0"/>
              </a:rPr>
              <a:t>Hannah Corney</a:t>
            </a:r>
          </a:p>
          <a:p>
            <a:pPr algn="ctr" defTabSz="355600">
              <a:lnSpc>
                <a:spcPct val="90000"/>
              </a:lnSpc>
              <a:spcBef>
                <a:spcPct val="0"/>
              </a:spcBef>
              <a:spcAft>
                <a:spcPct val="35000"/>
              </a:spcAft>
            </a:pPr>
            <a:r>
              <a:rPr lang="en-GB" sz="1000">
                <a:solidFill>
                  <a:schemeClr val="tx1"/>
                </a:solidFill>
                <a:latin typeface="Arial" panose="020B0604020202020204" pitchFamily="34" charset="0"/>
                <a:cs typeface="Arial" panose="020B0604020202020204" pitchFamily="34" charset="0"/>
              </a:rPr>
              <a:t>Siobhan Price</a:t>
            </a:r>
          </a:p>
          <a:p>
            <a:pPr algn="ctr" defTabSz="355600">
              <a:lnSpc>
                <a:spcPct val="90000"/>
              </a:lnSpc>
              <a:spcBef>
                <a:spcPct val="0"/>
              </a:spcBef>
              <a:spcAft>
                <a:spcPct val="35000"/>
              </a:spcAft>
            </a:pPr>
            <a:r>
              <a:rPr lang="en-US" sz="1000">
                <a:solidFill>
                  <a:schemeClr val="tx1"/>
                </a:solidFill>
                <a:latin typeface="Arial" panose="020B0604020202020204" pitchFamily="34" charset="0"/>
                <a:cs typeface="Arial" panose="020B0604020202020204" pitchFamily="34" charset="0"/>
              </a:rPr>
              <a:t>Tina Richards</a:t>
            </a:r>
          </a:p>
          <a:p>
            <a:pPr lvl="0" algn="ctr" defTabSz="355600">
              <a:lnSpc>
                <a:spcPct val="90000"/>
              </a:lnSpc>
              <a:spcBef>
                <a:spcPct val="0"/>
              </a:spcBef>
              <a:spcAft>
                <a:spcPct val="35000"/>
              </a:spcAft>
            </a:pPr>
            <a:r>
              <a:rPr lang="en-US" sz="1000">
                <a:solidFill>
                  <a:schemeClr val="tx1"/>
                </a:solidFill>
                <a:latin typeface="Arial" panose="020B0604020202020204" pitchFamily="34" charset="0"/>
                <a:cs typeface="Arial" panose="020B0604020202020204" pitchFamily="34" charset="0"/>
              </a:rPr>
              <a:t>Stephen Wainwright</a:t>
            </a:r>
          </a:p>
          <a:p>
            <a:pPr algn="ctr" defTabSz="355600">
              <a:lnSpc>
                <a:spcPct val="90000"/>
              </a:lnSpc>
              <a:spcAft>
                <a:spcPct val="35000"/>
              </a:spcAft>
            </a:pPr>
            <a:r>
              <a:rPr lang="en-GB" sz="1000">
                <a:solidFill>
                  <a:schemeClr val="tx1"/>
                </a:solidFill>
                <a:latin typeface="Arial" panose="020B0604020202020204" pitchFamily="34" charset="0"/>
                <a:cs typeface="Arial" panose="020B0604020202020204" pitchFamily="34" charset="0"/>
              </a:rPr>
              <a:t>Abdul Yihia</a:t>
            </a:r>
          </a:p>
          <a:p>
            <a:pPr algn="ctr"/>
            <a:endParaRPr lang="en-US" sz="1200">
              <a:solidFill>
                <a:schemeClr val="tx1"/>
              </a:solidFill>
            </a:endParaRPr>
          </a:p>
        </p:txBody>
      </p:sp>
      <p:sp>
        <p:nvSpPr>
          <p:cNvPr id="157" name="TextBox 156">
            <a:extLst>
              <a:ext uri="{FF2B5EF4-FFF2-40B4-BE49-F238E27FC236}">
                <a16:creationId xmlns:a16="http://schemas.microsoft.com/office/drawing/2014/main" id="{3E29CCA7-229B-4A49-8831-290B8A418177}"/>
              </a:ext>
            </a:extLst>
          </p:cNvPr>
          <p:cNvSpPr txBox="1"/>
          <p:nvPr/>
        </p:nvSpPr>
        <p:spPr>
          <a:xfrm>
            <a:off x="213150" y="6262425"/>
            <a:ext cx="1817012" cy="369332"/>
          </a:xfrm>
          <a:prstGeom prst="rect">
            <a:avLst/>
          </a:prstGeom>
          <a:noFill/>
        </p:spPr>
        <p:txBody>
          <a:bodyPr wrap="square" rtlCol="0">
            <a:spAutoFit/>
          </a:bodyPr>
          <a:lstStyle/>
          <a:p>
            <a:r>
              <a:rPr lang="en-GB" sz="900" dirty="0">
                <a:solidFill>
                  <a:schemeClr val="bg1"/>
                </a:solidFill>
                <a:latin typeface="Arial" panose="020B0604020202020204" pitchFamily="34" charset="0"/>
                <a:cs typeface="Arial" panose="020B0604020202020204" pitchFamily="34" charset="0"/>
              </a:rPr>
              <a:t>Team Members: 15</a:t>
            </a:r>
          </a:p>
          <a:p>
            <a:r>
              <a:rPr lang="en-GB" sz="900" dirty="0">
                <a:solidFill>
                  <a:schemeClr val="bg1"/>
                </a:solidFill>
                <a:latin typeface="Arial" panose="020B0604020202020204" pitchFamily="34" charset="0"/>
                <a:cs typeface="Arial" panose="020B0604020202020204" pitchFamily="34" charset="0"/>
              </a:rPr>
              <a:t>Vacancy: 1</a:t>
            </a:r>
            <a:endParaRPr lang="en-US" sz="900"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2178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1079F5BB-3017-4198-BFB9-FF87E0C96010}"/>
              </a:ext>
            </a:extLst>
          </p:cNvPr>
          <p:cNvSpPr/>
          <p:nvPr/>
        </p:nvSpPr>
        <p:spPr>
          <a:xfrm rot="17560352" flipH="1" flipV="1">
            <a:off x="5430217" y="2446238"/>
            <a:ext cx="134004" cy="1160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1"/>
          </a:p>
        </p:txBody>
      </p:sp>
      <p:cxnSp>
        <p:nvCxnSpPr>
          <p:cNvPr id="71" name="Straight Connector 70">
            <a:extLst>
              <a:ext uri="{FF2B5EF4-FFF2-40B4-BE49-F238E27FC236}">
                <a16:creationId xmlns:a16="http://schemas.microsoft.com/office/drawing/2014/main" id="{E197CB29-7F2C-4F16-9D58-498A6533CEA7}"/>
              </a:ext>
            </a:extLst>
          </p:cNvPr>
          <p:cNvCxnSpPr>
            <a:cxnSpLocks/>
          </p:cNvCxnSpPr>
          <p:nvPr/>
        </p:nvCxnSpPr>
        <p:spPr>
          <a:xfrm flipH="1" flipV="1">
            <a:off x="4653748" y="4939161"/>
            <a:ext cx="1011679" cy="68175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FB9DE0E-75F3-4909-B8F0-789BB0629E5B}"/>
              </a:ext>
            </a:extLst>
          </p:cNvPr>
          <p:cNvCxnSpPr>
            <a:cxnSpLocks/>
          </p:cNvCxnSpPr>
          <p:nvPr/>
        </p:nvCxnSpPr>
        <p:spPr>
          <a:xfrm flipV="1">
            <a:off x="4690585" y="4886987"/>
            <a:ext cx="0" cy="48339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4A172668-3148-4902-89F4-2D24D9AD12FB}"/>
              </a:ext>
            </a:extLst>
          </p:cNvPr>
          <p:cNvCxnSpPr>
            <a:cxnSpLocks/>
            <a:stCxn id="57" idx="3"/>
          </p:cNvCxnSpPr>
          <p:nvPr/>
        </p:nvCxnSpPr>
        <p:spPr>
          <a:xfrm flipV="1">
            <a:off x="3593848" y="4993339"/>
            <a:ext cx="1059900" cy="71698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C1F0233-B3CD-4723-BFA3-1BED06CA5C07}"/>
              </a:ext>
            </a:extLst>
          </p:cNvPr>
          <p:cNvCxnSpPr/>
          <p:nvPr/>
        </p:nvCxnSpPr>
        <p:spPr>
          <a:xfrm flipH="1" flipV="1">
            <a:off x="6413161" y="3569704"/>
            <a:ext cx="0" cy="40903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rot="4222980" flipV="1">
            <a:off x="3745064" y="2451328"/>
            <a:ext cx="134004" cy="11601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1"/>
          </a:p>
        </p:txBody>
      </p:sp>
      <p:sp>
        <p:nvSpPr>
          <p:cNvPr id="3" name="TextBox 2"/>
          <p:cNvSpPr txBox="1"/>
          <p:nvPr/>
        </p:nvSpPr>
        <p:spPr>
          <a:xfrm>
            <a:off x="290496" y="399089"/>
            <a:ext cx="3373364" cy="1323439"/>
          </a:xfrm>
          <a:prstGeom prst="rect">
            <a:avLst/>
          </a:prstGeom>
          <a:noFill/>
        </p:spPr>
        <p:txBody>
          <a:bodyPr wrap="square" rtlCol="0">
            <a:spAutoFit/>
          </a:bodyPr>
          <a:lstStyle/>
          <a:p>
            <a:r>
              <a:rPr lang="en-GB" sz="2400" dirty="0">
                <a:solidFill>
                  <a:schemeClr val="bg1"/>
                </a:solidFill>
                <a:latin typeface="Arial" panose="020B0604020202020204" pitchFamily="34" charset="0"/>
                <a:cs typeface="Arial" panose="020B0604020202020204" pitchFamily="34" charset="0"/>
              </a:rPr>
              <a:t>NGM</a:t>
            </a:r>
            <a:r>
              <a:rPr lang="en-GB" sz="2800" dirty="0">
                <a:solidFill>
                  <a:schemeClr val="bg1"/>
                </a:solidFill>
                <a:latin typeface="Arial" panose="020B0604020202020204" pitchFamily="34" charset="0"/>
                <a:cs typeface="Arial" panose="020B0604020202020204" pitchFamily="34" charset="0"/>
              </a:rPr>
              <a:t> |</a:t>
            </a:r>
            <a:r>
              <a:rPr lang="en-GB" sz="2400" b="1" dirty="0">
                <a:solidFill>
                  <a:schemeClr val="bg1"/>
                </a:solidFill>
                <a:latin typeface="Arial" panose="020B0604020202020204" pitchFamily="34" charset="0"/>
                <a:cs typeface="Arial" panose="020B0604020202020204" pitchFamily="34" charset="0"/>
              </a:rPr>
              <a:t> Business 			 Change</a:t>
            </a:r>
          </a:p>
          <a:p>
            <a:endParaRPr lang="en-US" sz="2800" b="1" dirty="0">
              <a:solidFill>
                <a:schemeClr val="bg1"/>
              </a:solidFill>
              <a:latin typeface="Arial" panose="020B0604020202020204" pitchFamily="34" charset="0"/>
              <a:cs typeface="Arial" panose="020B0604020202020204" pitchFamily="34" charset="0"/>
            </a:endParaRPr>
          </a:p>
        </p:txBody>
      </p:sp>
      <p:cxnSp>
        <p:nvCxnSpPr>
          <p:cNvPr id="8" name="Straight Connector 7"/>
          <p:cNvCxnSpPr/>
          <p:nvPr/>
        </p:nvCxnSpPr>
        <p:spPr>
          <a:xfrm flipH="1" flipV="1">
            <a:off x="4718697" y="3170705"/>
            <a:ext cx="0" cy="40903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2471807" y="2534850"/>
            <a:ext cx="989420" cy="307777"/>
          </a:xfrm>
          <a:prstGeom prst="rect">
            <a:avLst/>
          </a:prstGeom>
        </p:spPr>
        <p:txBody>
          <a:bodyPr wrap="square">
            <a:spAutoFit/>
          </a:bodyPr>
          <a:lstStyle/>
          <a:p>
            <a:pPr algn="ctr"/>
            <a:r>
              <a:rPr lang="en-US" sz="1400" b="1">
                <a:solidFill>
                  <a:schemeClr val="bg1"/>
                </a:solidFill>
                <a:latin typeface="Arial" panose="020B0604020202020204" pitchFamily="34" charset="0"/>
                <a:cs typeface="Arial" panose="020B0604020202020204" pitchFamily="34" charset="0"/>
              </a:rPr>
              <a:t>Support</a:t>
            </a:r>
          </a:p>
        </p:txBody>
      </p:sp>
      <p:sp>
        <p:nvSpPr>
          <p:cNvPr id="13" name="Oval 12"/>
          <p:cNvSpPr/>
          <p:nvPr/>
        </p:nvSpPr>
        <p:spPr>
          <a:xfrm>
            <a:off x="4374014" y="5389627"/>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sp>
        <p:nvSpPr>
          <p:cNvPr id="15" name="Oval 14"/>
          <p:cNvSpPr/>
          <p:nvPr/>
        </p:nvSpPr>
        <p:spPr>
          <a:xfrm>
            <a:off x="4422503" y="5437144"/>
            <a:ext cx="504000" cy="504000"/>
          </a:xfrm>
          <a:prstGeom prst="ellipse">
            <a:avLst/>
          </a:prstGeom>
          <a:gradFill flip="none" rotWithShape="1">
            <a:gsLst>
              <a:gs pos="0">
                <a:schemeClr val="accent6">
                  <a:shade val="30000"/>
                  <a:satMod val="115000"/>
                </a:schemeClr>
              </a:gs>
              <a:gs pos="50000">
                <a:schemeClr val="accent6">
                  <a:shade val="67500"/>
                  <a:satMod val="115000"/>
                </a:schemeClr>
              </a:gs>
              <a:gs pos="100000">
                <a:schemeClr val="accent6">
                  <a:shade val="100000"/>
                  <a:satMod val="115000"/>
                </a:schemeClr>
              </a:gs>
            </a:gsLst>
            <a:lin ang="2700000" scaled="1"/>
            <a:tileRect/>
          </a:gra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pic>
        <p:nvPicPr>
          <p:cNvPr id="26" name="Picture 25">
            <a:hlinkClick r:id="" action="ppaction://noaction"/>
          </p:cNvPr>
          <p:cNvPicPr>
            <a:picLocks noChangeAspect="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4401158" y="5463316"/>
            <a:ext cx="540000" cy="360000"/>
          </a:xfrm>
          <a:prstGeom prst="rect">
            <a:avLst/>
          </a:prstGeom>
        </p:spPr>
      </p:pic>
      <p:sp>
        <p:nvSpPr>
          <p:cNvPr id="27" name="Rectangle 26"/>
          <p:cNvSpPr/>
          <p:nvPr/>
        </p:nvSpPr>
        <p:spPr>
          <a:xfrm>
            <a:off x="4054299" y="3515366"/>
            <a:ext cx="1343633" cy="1584141"/>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1"/>
          </a:p>
        </p:txBody>
      </p:sp>
      <p:sp>
        <p:nvSpPr>
          <p:cNvPr id="31" name="Rectangle 30"/>
          <p:cNvSpPr/>
          <p:nvPr/>
        </p:nvSpPr>
        <p:spPr>
          <a:xfrm>
            <a:off x="4120776" y="3465610"/>
            <a:ext cx="1201266" cy="1631216"/>
          </a:xfrm>
          <a:prstGeom prst="rect">
            <a:avLst/>
          </a:prstGeom>
        </p:spPr>
        <p:txBody>
          <a:bodyPr wrap="square" lIns="91440" tIns="45720" rIns="91440" bIns="45720" anchor="t">
            <a:spAutoFit/>
          </a:bodyPr>
          <a:lstStyle/>
          <a:p>
            <a:pPr algn="ctr"/>
            <a:endParaRPr lang="en-US" sz="1000" dirty="0">
              <a:latin typeface="Arial" panose="020B0604020202020204" pitchFamily="34" charset="0"/>
              <a:cs typeface="Arial" panose="020B0604020202020204" pitchFamily="34" charset="0"/>
            </a:endParaRPr>
          </a:p>
          <a:p>
            <a:pPr algn="ctr"/>
            <a:r>
              <a:rPr lang="en-US" sz="1000" dirty="0">
                <a:latin typeface="Arial" panose="020B0604020202020204" pitchFamily="34" charset="0"/>
                <a:cs typeface="Arial" panose="020B0604020202020204" pitchFamily="34" charset="0"/>
              </a:rPr>
              <a:t>Chloe Parker</a:t>
            </a:r>
          </a:p>
          <a:p>
            <a:pPr algn="ctr"/>
            <a:r>
              <a:rPr lang="en-US" sz="1000" dirty="0">
                <a:latin typeface="Arial" panose="020B0604020202020204" pitchFamily="34" charset="0"/>
                <a:cs typeface="Arial" panose="020B0604020202020204" pitchFamily="34" charset="0"/>
              </a:rPr>
              <a:t>Faye Dowling</a:t>
            </a:r>
          </a:p>
          <a:p>
            <a:pPr algn="ctr"/>
            <a:r>
              <a:rPr lang="en-US" sz="1000" dirty="0">
                <a:latin typeface="Arial" panose="020B0604020202020204" pitchFamily="34" charset="0"/>
                <a:cs typeface="Arial" panose="020B0604020202020204" pitchFamily="34" charset="0"/>
              </a:rPr>
              <a:t>Jackie Batchelar</a:t>
            </a:r>
          </a:p>
          <a:p>
            <a:pPr algn="ctr"/>
            <a:r>
              <a:rPr lang="en-US" sz="1000" dirty="0">
                <a:latin typeface="Arial" panose="020B0604020202020204" pitchFamily="34" charset="0"/>
                <a:cs typeface="Arial" panose="020B0604020202020204" pitchFamily="34" charset="0"/>
              </a:rPr>
              <a:t>Lisa Ollerenshaw</a:t>
            </a:r>
          </a:p>
          <a:p>
            <a:pPr algn="ctr"/>
            <a:r>
              <a:rPr lang="en-US" sz="1000" dirty="0">
                <a:latin typeface="Arial" panose="020B0604020202020204" pitchFamily="34" charset="0"/>
                <a:cs typeface="Arial" panose="020B0604020202020204" pitchFamily="34" charset="0"/>
              </a:rPr>
              <a:t>Nigel Harrison Samantha Lilley</a:t>
            </a:r>
          </a:p>
          <a:p>
            <a:pPr algn="ctr"/>
            <a:r>
              <a:rPr lang="en-US" sz="1000" dirty="0">
                <a:latin typeface="Arial" panose="020B0604020202020204" pitchFamily="34" charset="0"/>
                <a:cs typeface="Arial" panose="020B0604020202020204" pitchFamily="34" charset="0"/>
              </a:rPr>
              <a:t>Sarah Gwilliam</a:t>
            </a:r>
          </a:p>
          <a:p>
            <a:pPr algn="ctr"/>
            <a:r>
              <a:rPr lang="en-US" sz="1000" dirty="0">
                <a:latin typeface="Arial"/>
                <a:cs typeface="Arial"/>
              </a:rPr>
              <a:t>Paul King</a:t>
            </a:r>
          </a:p>
          <a:p>
            <a:pPr algn="ctr"/>
            <a:r>
              <a:rPr lang="en-US" sz="1000" dirty="0">
                <a:latin typeface="Arial"/>
                <a:cs typeface="Arial"/>
              </a:rPr>
              <a:t>Vacancy</a:t>
            </a:r>
            <a:endParaRPr lang="en-US" sz="1000" dirty="0">
              <a:latin typeface="Arial" panose="020B0604020202020204" pitchFamily="34" charset="0"/>
              <a:cs typeface="Arial" panose="020B0604020202020204" pitchFamily="34" charset="0"/>
            </a:endParaRPr>
          </a:p>
        </p:txBody>
      </p:sp>
      <p:sp>
        <p:nvSpPr>
          <p:cNvPr id="22" name="Oval 21"/>
          <p:cNvSpPr/>
          <p:nvPr/>
        </p:nvSpPr>
        <p:spPr>
          <a:xfrm>
            <a:off x="4312116" y="2488955"/>
            <a:ext cx="828000" cy="82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sp>
        <p:nvSpPr>
          <p:cNvPr id="5" name="Rectangle 4"/>
          <p:cNvSpPr/>
          <p:nvPr/>
        </p:nvSpPr>
        <p:spPr>
          <a:xfrm>
            <a:off x="3812066" y="435602"/>
            <a:ext cx="5968158" cy="1376980"/>
          </a:xfrm>
          <a:prstGeom prst="rect">
            <a:avLst/>
          </a:prstGeom>
        </p:spPr>
        <p:txBody>
          <a:bodyPr wrap="square">
            <a:spAutoFit/>
          </a:bodyPr>
          <a:lstStyle/>
          <a:p>
            <a:r>
              <a:rPr lang="en-GB" sz="1600" i="1">
                <a:solidFill>
                  <a:schemeClr val="bg1"/>
                </a:solidFill>
                <a:latin typeface="Arial" panose="020B0604020202020204" pitchFamily="34" charset="0"/>
                <a:ea typeface="Calibri" panose="020F0502020204030204" pitchFamily="34" charset="0"/>
                <a:cs typeface="Times New Roman" panose="02020603050405020304" pitchFamily="18" charset="0"/>
              </a:rPr>
              <a:t>Helping to embrace and inspire change; emerging stronger through developing a culture of trust and collaboration and with the capability to transform and accelerate positive outcomes for our people, customer and business. </a:t>
            </a:r>
            <a:r>
              <a:rPr lang="en-GB" sz="1600" b="1" i="1">
                <a:solidFill>
                  <a:schemeClr val="bg1"/>
                </a:solidFill>
                <a:latin typeface="Arial" panose="020B0604020202020204" pitchFamily="34" charset="0"/>
                <a:ea typeface="Calibri" panose="020F0502020204030204" pitchFamily="34" charset="0"/>
                <a:cs typeface="Times New Roman" panose="02020603050405020304" pitchFamily="18" charset="0"/>
              </a:rPr>
              <a:t>-</a:t>
            </a:r>
            <a:r>
              <a:rPr lang="en-GB" sz="1600" i="1">
                <a:solidFill>
                  <a:schemeClr val="bg1"/>
                </a:solidFill>
                <a:latin typeface="Arial" panose="020B0604020202020204" pitchFamily="34" charset="0"/>
                <a:ea typeface="Calibri" panose="020F0502020204030204" pitchFamily="34" charset="0"/>
                <a:cs typeface="Times New Roman" panose="02020603050405020304" pitchFamily="18" charset="0"/>
              </a:rPr>
              <a:t> </a:t>
            </a:r>
            <a:r>
              <a:rPr lang="en-GB" sz="1600" b="1">
                <a:solidFill>
                  <a:schemeClr val="bg1"/>
                </a:solidFill>
                <a:latin typeface="Arial" panose="020B0604020202020204" pitchFamily="34" charset="0"/>
                <a:cs typeface="Arial" panose="020B0604020202020204" pitchFamily="34" charset="0"/>
              </a:rPr>
              <a:t>Richard Gardner</a:t>
            </a:r>
            <a:endParaRPr lang="en-US" sz="1600" b="1">
              <a:solidFill>
                <a:schemeClr val="bg1"/>
              </a:solidFill>
              <a:latin typeface="Arial" panose="020B0604020202020204" pitchFamily="34" charset="0"/>
              <a:cs typeface="Arial" panose="020B0604020202020204" pitchFamily="34" charset="0"/>
            </a:endParaRPr>
          </a:p>
          <a:p>
            <a:endParaRPr lang="en-US" sz="1948">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37" name="Rectangle 36"/>
          <p:cNvSpPr/>
          <p:nvPr/>
        </p:nvSpPr>
        <p:spPr>
          <a:xfrm>
            <a:off x="4196610" y="6045182"/>
            <a:ext cx="914514" cy="261610"/>
          </a:xfrm>
          <a:prstGeom prst="rect">
            <a:avLst/>
          </a:prstGeom>
        </p:spPr>
        <p:txBody>
          <a:bodyPr wrap="square">
            <a:spAutoFit/>
          </a:bodyPr>
          <a:lstStyle/>
          <a:p>
            <a:pPr algn="ctr"/>
            <a:r>
              <a:rPr lang="en-GB" sz="1100" b="1">
                <a:solidFill>
                  <a:schemeClr val="bg1"/>
                </a:solidFill>
                <a:latin typeface="Arial" panose="020B0604020202020204" pitchFamily="34" charset="0"/>
                <a:cs typeface="Arial" panose="020B0604020202020204" pitchFamily="34" charset="0"/>
              </a:rPr>
              <a:t>Coaching</a:t>
            </a:r>
            <a:endParaRPr lang="en-US" sz="1100" b="1">
              <a:solidFill>
                <a:schemeClr val="bg1"/>
              </a:solidFill>
              <a:latin typeface="Arial" panose="020B0604020202020204" pitchFamily="34" charset="0"/>
              <a:cs typeface="Arial" panose="020B0604020202020204" pitchFamily="34" charset="0"/>
            </a:endParaRPr>
          </a:p>
        </p:txBody>
      </p:sp>
      <p:sp>
        <p:nvSpPr>
          <p:cNvPr id="40" name="TextBox 39"/>
          <p:cNvSpPr txBox="1"/>
          <p:nvPr/>
        </p:nvSpPr>
        <p:spPr>
          <a:xfrm>
            <a:off x="8417243" y="6215214"/>
            <a:ext cx="1817012" cy="369332"/>
          </a:xfrm>
          <a:prstGeom prst="rect">
            <a:avLst/>
          </a:prstGeom>
          <a:noFill/>
        </p:spPr>
        <p:txBody>
          <a:bodyPr wrap="square" lIns="91440" tIns="45720" rIns="91440" bIns="45720" rtlCol="0" anchor="t">
            <a:spAutoFit/>
          </a:bodyPr>
          <a:lstStyle/>
          <a:p>
            <a:r>
              <a:rPr lang="en-GB" sz="900" dirty="0">
                <a:solidFill>
                  <a:schemeClr val="bg1"/>
                </a:solidFill>
                <a:latin typeface="Arial"/>
                <a:cs typeface="Arial"/>
              </a:rPr>
              <a:t>Team Members: 13</a:t>
            </a:r>
            <a:endParaRPr lang="en-US" dirty="0">
              <a:solidFill>
                <a:schemeClr val="bg1"/>
              </a:solidFill>
            </a:endParaRPr>
          </a:p>
          <a:p>
            <a:r>
              <a:rPr lang="en-GB" sz="900" dirty="0">
                <a:solidFill>
                  <a:schemeClr val="bg1"/>
                </a:solidFill>
                <a:latin typeface="Arial" panose="020B0604020202020204" pitchFamily="34" charset="0"/>
                <a:cs typeface="Arial" panose="020B0604020202020204" pitchFamily="34" charset="0"/>
              </a:rPr>
              <a:t>Vacancy: 1</a:t>
            </a:r>
            <a:endParaRPr lang="en-US" sz="900" i="1" dirty="0">
              <a:solidFill>
                <a:schemeClr val="bg1"/>
              </a:solidFill>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1305BF51-F8D2-4E09-9AEA-37F90F1D3BB7}"/>
              </a:ext>
            </a:extLst>
          </p:cNvPr>
          <p:cNvCxnSpPr/>
          <p:nvPr/>
        </p:nvCxnSpPr>
        <p:spPr>
          <a:xfrm flipH="1" flipV="1">
            <a:off x="3042738" y="3579742"/>
            <a:ext cx="0" cy="40903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4756D473-E72D-4049-B3F0-89F81C6672EE}"/>
              </a:ext>
            </a:extLst>
          </p:cNvPr>
          <p:cNvSpPr/>
          <p:nvPr/>
        </p:nvSpPr>
        <p:spPr>
          <a:xfrm>
            <a:off x="5995937" y="2896264"/>
            <a:ext cx="828000" cy="82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sp>
        <p:nvSpPr>
          <p:cNvPr id="44" name="Oval 43">
            <a:extLst>
              <a:ext uri="{FF2B5EF4-FFF2-40B4-BE49-F238E27FC236}">
                <a16:creationId xmlns:a16="http://schemas.microsoft.com/office/drawing/2014/main" id="{B44D3C08-00AF-49EB-89A8-55ACC717F1E5}"/>
              </a:ext>
            </a:extLst>
          </p:cNvPr>
          <p:cNvSpPr/>
          <p:nvPr/>
        </p:nvSpPr>
        <p:spPr>
          <a:xfrm>
            <a:off x="6059834" y="2958333"/>
            <a:ext cx="684000" cy="684000"/>
          </a:xfrm>
          <a:prstGeom prst="ellipse">
            <a:avLst/>
          </a:prstGeom>
          <a:solidFill>
            <a:schemeClr val="accent2"/>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grpSp>
        <p:nvGrpSpPr>
          <p:cNvPr id="46" name="Group 45">
            <a:extLst>
              <a:ext uri="{FF2B5EF4-FFF2-40B4-BE49-F238E27FC236}">
                <a16:creationId xmlns:a16="http://schemas.microsoft.com/office/drawing/2014/main" id="{87A76121-49F9-4A56-86A5-C4DC56E54760}"/>
              </a:ext>
            </a:extLst>
          </p:cNvPr>
          <p:cNvGrpSpPr/>
          <p:nvPr/>
        </p:nvGrpSpPr>
        <p:grpSpPr>
          <a:xfrm>
            <a:off x="5777429" y="3902094"/>
            <a:ext cx="1371600" cy="756000"/>
            <a:chOff x="645458" y="3058899"/>
            <a:chExt cx="1310400" cy="343700"/>
          </a:xfrm>
          <a:solidFill>
            <a:schemeClr val="accent2">
              <a:lumMod val="40000"/>
              <a:lumOff val="60000"/>
            </a:schemeClr>
          </a:solidFill>
        </p:grpSpPr>
        <p:sp>
          <p:nvSpPr>
            <p:cNvPr id="47" name="Rectangle 46">
              <a:extLst>
                <a:ext uri="{FF2B5EF4-FFF2-40B4-BE49-F238E27FC236}">
                  <a16:creationId xmlns:a16="http://schemas.microsoft.com/office/drawing/2014/main" id="{5DF80908-9E29-4A40-A231-02F532945B23}"/>
                </a:ext>
              </a:extLst>
            </p:cNvPr>
            <p:cNvSpPr/>
            <p:nvPr/>
          </p:nvSpPr>
          <p:spPr>
            <a:xfrm>
              <a:off x="645458" y="3058899"/>
              <a:ext cx="1310400" cy="343700"/>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1"/>
            </a:p>
          </p:txBody>
        </p:sp>
        <p:sp>
          <p:nvSpPr>
            <p:cNvPr id="48" name="TextBox 47">
              <a:extLst>
                <a:ext uri="{FF2B5EF4-FFF2-40B4-BE49-F238E27FC236}">
                  <a16:creationId xmlns:a16="http://schemas.microsoft.com/office/drawing/2014/main" id="{89BD96E9-F885-4FF7-9ACB-EC238265762A}"/>
                </a:ext>
              </a:extLst>
            </p:cNvPr>
            <p:cNvSpPr txBox="1"/>
            <p:nvPr/>
          </p:nvSpPr>
          <p:spPr>
            <a:xfrm>
              <a:off x="788469" y="3103346"/>
              <a:ext cx="903879" cy="251864"/>
            </a:xfrm>
            <a:prstGeom prst="rect">
              <a:avLst/>
            </a:prstGeom>
            <a:grpFill/>
          </p:spPr>
          <p:txBody>
            <a:bodyPr wrap="none" rtlCol="0">
              <a:spAutoFit/>
            </a:bodyPr>
            <a:lstStyle/>
            <a:p>
              <a:pPr algn="ctr"/>
              <a:r>
                <a:rPr lang="en-GB" sz="1000">
                  <a:latin typeface="Arial" panose="020B0604020202020204" pitchFamily="34" charset="0"/>
                  <a:cs typeface="Arial" panose="020B0604020202020204" pitchFamily="34" charset="0"/>
                </a:rPr>
                <a:t>Richard Birks</a:t>
              </a:r>
            </a:p>
            <a:p>
              <a:pPr algn="ctr"/>
              <a:r>
                <a:rPr lang="en-GB" sz="1000">
                  <a:latin typeface="Arial" panose="020B0604020202020204" pitchFamily="34" charset="0"/>
                  <a:cs typeface="Arial" panose="020B0604020202020204" pitchFamily="34" charset="0"/>
                </a:rPr>
                <a:t>Clara Gaunt</a:t>
              </a:r>
            </a:p>
            <a:p>
              <a:pPr algn="ctr"/>
              <a:endParaRPr lang="en-GB" sz="1000">
                <a:latin typeface="Arial" panose="020B0604020202020204" pitchFamily="34" charset="0"/>
                <a:cs typeface="Arial" panose="020B0604020202020204" pitchFamily="34" charset="0"/>
              </a:endParaRPr>
            </a:p>
          </p:txBody>
        </p:sp>
      </p:grpSp>
      <p:pic>
        <p:nvPicPr>
          <p:cNvPr id="50" name="Picture 49">
            <a:hlinkClick r:id="" action="ppaction://noaction"/>
            <a:extLst>
              <a:ext uri="{FF2B5EF4-FFF2-40B4-BE49-F238E27FC236}">
                <a16:creationId xmlns:a16="http://schemas.microsoft.com/office/drawing/2014/main" id="{4A678A1B-19A3-4FD9-B093-E31BF67D50BC}"/>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rot="10800000" flipV="1">
            <a:off x="6202517" y="3099778"/>
            <a:ext cx="400487" cy="400487"/>
          </a:xfrm>
          <a:prstGeom prst="rect">
            <a:avLst/>
          </a:prstGeom>
        </p:spPr>
      </p:pic>
      <p:sp>
        <p:nvSpPr>
          <p:cNvPr id="45" name="Rectangle 44">
            <a:extLst>
              <a:ext uri="{FF2B5EF4-FFF2-40B4-BE49-F238E27FC236}">
                <a16:creationId xmlns:a16="http://schemas.microsoft.com/office/drawing/2014/main" id="{C548FDA4-29B4-49CC-B2D5-8CF4E3508ABD}"/>
              </a:ext>
            </a:extLst>
          </p:cNvPr>
          <p:cNvSpPr/>
          <p:nvPr/>
        </p:nvSpPr>
        <p:spPr>
          <a:xfrm>
            <a:off x="5666079" y="2362707"/>
            <a:ext cx="1646776" cy="523220"/>
          </a:xfrm>
          <a:prstGeom prst="rect">
            <a:avLst/>
          </a:prstGeom>
        </p:spPr>
        <p:txBody>
          <a:bodyPr wrap="square">
            <a:spAutoFit/>
          </a:bodyPr>
          <a:lstStyle/>
          <a:p>
            <a:pPr algn="ctr"/>
            <a:r>
              <a:rPr lang="en-GB" sz="1400" b="1">
                <a:solidFill>
                  <a:schemeClr val="bg1"/>
                </a:solidFill>
                <a:latin typeface="Arial" panose="020B0604020202020204" pitchFamily="34" charset="0"/>
                <a:cs typeface="Arial" panose="020B0604020202020204" pitchFamily="34" charset="0"/>
              </a:rPr>
              <a:t>Salesforce Administrators</a:t>
            </a:r>
          </a:p>
        </p:txBody>
      </p:sp>
      <p:sp>
        <p:nvSpPr>
          <p:cNvPr id="51" name="Rectangle 50">
            <a:extLst>
              <a:ext uri="{FF2B5EF4-FFF2-40B4-BE49-F238E27FC236}">
                <a16:creationId xmlns:a16="http://schemas.microsoft.com/office/drawing/2014/main" id="{6D4F9202-5571-4204-9336-02DEA59B71DF}"/>
              </a:ext>
            </a:extLst>
          </p:cNvPr>
          <p:cNvSpPr/>
          <p:nvPr/>
        </p:nvSpPr>
        <p:spPr>
          <a:xfrm>
            <a:off x="2787194" y="6026406"/>
            <a:ext cx="1243683" cy="430887"/>
          </a:xfrm>
          <a:prstGeom prst="rect">
            <a:avLst/>
          </a:prstGeom>
        </p:spPr>
        <p:txBody>
          <a:bodyPr wrap="square">
            <a:spAutoFit/>
          </a:bodyPr>
          <a:lstStyle/>
          <a:p>
            <a:pPr algn="ctr"/>
            <a:r>
              <a:rPr lang="en-GB" sz="1100" b="1">
                <a:solidFill>
                  <a:schemeClr val="bg1"/>
                </a:solidFill>
                <a:latin typeface="Arial" panose="020B0604020202020204" pitchFamily="34" charset="0"/>
                <a:cs typeface="Arial" panose="020B0604020202020204" pitchFamily="34" charset="0"/>
              </a:rPr>
              <a:t>Continuous</a:t>
            </a:r>
            <a:r>
              <a:rPr lang="en-GB" sz="900" b="1">
                <a:solidFill>
                  <a:schemeClr val="bg1"/>
                </a:solidFill>
                <a:latin typeface="Arial" panose="020B0604020202020204" pitchFamily="34" charset="0"/>
                <a:cs typeface="Arial" panose="020B0604020202020204" pitchFamily="34" charset="0"/>
              </a:rPr>
              <a:t> </a:t>
            </a:r>
            <a:r>
              <a:rPr lang="en-GB" sz="1100" b="1">
                <a:solidFill>
                  <a:schemeClr val="bg1"/>
                </a:solidFill>
                <a:latin typeface="Arial" panose="020B0604020202020204" pitchFamily="34" charset="0"/>
                <a:cs typeface="Arial" panose="020B0604020202020204" pitchFamily="34" charset="0"/>
              </a:rPr>
              <a:t>Improvement</a:t>
            </a:r>
            <a:endParaRPr lang="en-US" sz="1100" b="1">
              <a:solidFill>
                <a:schemeClr val="bg1"/>
              </a:solidFill>
              <a:latin typeface="Arial" panose="020B0604020202020204" pitchFamily="34" charset="0"/>
              <a:cs typeface="Arial" panose="020B0604020202020204" pitchFamily="34" charset="0"/>
            </a:endParaRPr>
          </a:p>
        </p:txBody>
      </p:sp>
      <p:sp>
        <p:nvSpPr>
          <p:cNvPr id="52" name="Oval 51">
            <a:extLst>
              <a:ext uri="{FF2B5EF4-FFF2-40B4-BE49-F238E27FC236}">
                <a16:creationId xmlns:a16="http://schemas.microsoft.com/office/drawing/2014/main" id="{BB0CBAB0-87B8-4906-8E96-17ACDAA7A4F2}"/>
              </a:ext>
            </a:extLst>
          </p:cNvPr>
          <p:cNvSpPr/>
          <p:nvPr/>
        </p:nvSpPr>
        <p:spPr>
          <a:xfrm>
            <a:off x="3117034" y="5406986"/>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sp>
        <p:nvSpPr>
          <p:cNvPr id="53" name="Oval 52">
            <a:extLst>
              <a:ext uri="{FF2B5EF4-FFF2-40B4-BE49-F238E27FC236}">
                <a16:creationId xmlns:a16="http://schemas.microsoft.com/office/drawing/2014/main" id="{040CF3AE-E573-4394-BF25-78315D9951C2}"/>
              </a:ext>
            </a:extLst>
          </p:cNvPr>
          <p:cNvSpPr/>
          <p:nvPr/>
        </p:nvSpPr>
        <p:spPr>
          <a:xfrm>
            <a:off x="3159860" y="5460642"/>
            <a:ext cx="504000" cy="504000"/>
          </a:xfrm>
          <a:prstGeom prst="ellipse">
            <a:avLst/>
          </a:prstGeom>
          <a:solidFill>
            <a:schemeClr val="accent5"/>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pic>
        <p:nvPicPr>
          <p:cNvPr id="57" name="Picture 56">
            <a:extLst>
              <a:ext uri="{FF2B5EF4-FFF2-40B4-BE49-F238E27FC236}">
                <a16:creationId xmlns:a16="http://schemas.microsoft.com/office/drawing/2014/main" id="{4D2F4CF4-3DE2-4F41-B5F1-3D3A4FE8F2FE}"/>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3233848" y="5528099"/>
            <a:ext cx="360000" cy="364444"/>
          </a:xfrm>
          <a:prstGeom prst="rect">
            <a:avLst/>
          </a:prstGeom>
        </p:spPr>
      </p:pic>
      <p:sp>
        <p:nvSpPr>
          <p:cNvPr id="49" name="Oval 48">
            <a:extLst>
              <a:ext uri="{FF2B5EF4-FFF2-40B4-BE49-F238E27FC236}">
                <a16:creationId xmlns:a16="http://schemas.microsoft.com/office/drawing/2014/main" id="{7019091A-963D-4499-9DA2-D336B8B68AEF}"/>
              </a:ext>
            </a:extLst>
          </p:cNvPr>
          <p:cNvSpPr/>
          <p:nvPr/>
        </p:nvSpPr>
        <p:spPr>
          <a:xfrm>
            <a:off x="2627288" y="2898963"/>
            <a:ext cx="828000" cy="82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grpSp>
        <p:nvGrpSpPr>
          <p:cNvPr id="54" name="Group 53">
            <a:extLst>
              <a:ext uri="{FF2B5EF4-FFF2-40B4-BE49-F238E27FC236}">
                <a16:creationId xmlns:a16="http://schemas.microsoft.com/office/drawing/2014/main" id="{E60E0C23-FFE1-46E5-82D5-08C6395AAF84}"/>
              </a:ext>
            </a:extLst>
          </p:cNvPr>
          <p:cNvGrpSpPr/>
          <p:nvPr/>
        </p:nvGrpSpPr>
        <p:grpSpPr>
          <a:xfrm>
            <a:off x="2304953" y="3898186"/>
            <a:ext cx="1369849" cy="755526"/>
            <a:chOff x="480018" y="3058899"/>
            <a:chExt cx="1475840" cy="378501"/>
          </a:xfrm>
          <a:solidFill>
            <a:schemeClr val="tx2">
              <a:lumMod val="20000"/>
              <a:lumOff val="80000"/>
            </a:schemeClr>
          </a:solidFill>
        </p:grpSpPr>
        <p:sp>
          <p:nvSpPr>
            <p:cNvPr id="60" name="Rectangle 59">
              <a:extLst>
                <a:ext uri="{FF2B5EF4-FFF2-40B4-BE49-F238E27FC236}">
                  <a16:creationId xmlns:a16="http://schemas.microsoft.com/office/drawing/2014/main" id="{4165AA87-2A6F-44F1-9B5C-CD2262969BA0}"/>
                </a:ext>
              </a:extLst>
            </p:cNvPr>
            <p:cNvSpPr/>
            <p:nvPr/>
          </p:nvSpPr>
          <p:spPr>
            <a:xfrm>
              <a:off x="480018" y="3058899"/>
              <a:ext cx="1475840" cy="378501"/>
            </a:xfrm>
            <a:prstGeom prst="rect">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61"/>
            </a:p>
          </p:txBody>
        </p:sp>
        <p:sp>
          <p:nvSpPr>
            <p:cNvPr id="61" name="TextBox 60">
              <a:extLst>
                <a:ext uri="{FF2B5EF4-FFF2-40B4-BE49-F238E27FC236}">
                  <a16:creationId xmlns:a16="http://schemas.microsoft.com/office/drawing/2014/main" id="{896E409D-F6EE-4CA1-9CCB-23EAAEB83FDE}"/>
                </a:ext>
              </a:extLst>
            </p:cNvPr>
            <p:cNvSpPr txBox="1"/>
            <p:nvPr/>
          </p:nvSpPr>
          <p:spPr>
            <a:xfrm>
              <a:off x="591675" y="3127923"/>
              <a:ext cx="1270971" cy="200446"/>
            </a:xfrm>
            <a:prstGeom prst="rect">
              <a:avLst/>
            </a:prstGeom>
            <a:grpFill/>
          </p:spPr>
          <p:txBody>
            <a:bodyPr wrap="square" rtlCol="0">
              <a:spAutoFit/>
            </a:bodyPr>
            <a:lstStyle/>
            <a:p>
              <a:pPr algn="ctr"/>
              <a:r>
                <a:rPr lang="en-US" sz="1000" dirty="0">
                  <a:latin typeface="Arial" panose="020B0604020202020204" pitchFamily="34" charset="0"/>
                  <a:cs typeface="Arial" panose="020B0604020202020204" pitchFamily="34" charset="0"/>
                </a:rPr>
                <a:t>Chantelle Bogira</a:t>
              </a:r>
            </a:p>
            <a:p>
              <a:pPr algn="ctr"/>
              <a:r>
                <a:rPr lang="en-US" sz="1000" dirty="0">
                  <a:latin typeface="Arial" panose="020B0604020202020204" pitchFamily="34" charset="0"/>
                  <a:cs typeface="Arial" panose="020B0604020202020204" pitchFamily="34" charset="0"/>
                </a:rPr>
                <a:t>Shannon Pratt </a:t>
              </a:r>
              <a:r>
                <a:rPr lang="en-GB" sz="1000" dirty="0">
                  <a:latin typeface="Arial" panose="020B0604020202020204" pitchFamily="34" charset="0"/>
                  <a:cs typeface="Arial" panose="020B0604020202020204" pitchFamily="34" charset="0"/>
                </a:rPr>
                <a:t> </a:t>
              </a:r>
            </a:p>
          </p:txBody>
        </p:sp>
      </p:grpSp>
      <p:sp>
        <p:nvSpPr>
          <p:cNvPr id="24" name="Oval 23"/>
          <p:cNvSpPr/>
          <p:nvPr/>
        </p:nvSpPr>
        <p:spPr>
          <a:xfrm>
            <a:off x="2698982" y="2958051"/>
            <a:ext cx="684000" cy="684000"/>
          </a:xfrm>
          <a:prstGeom prst="ellipse">
            <a:avLst/>
          </a:prstGeom>
          <a:solidFill>
            <a:schemeClr val="tx2"/>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pic>
        <p:nvPicPr>
          <p:cNvPr id="33" name="Picture 32">
            <a:hlinkClick r:id="" action="ppaction://noaction"/>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2867998" y="3122768"/>
            <a:ext cx="353448" cy="333393"/>
          </a:xfrm>
          <a:prstGeom prst="rect">
            <a:avLst/>
          </a:prstGeom>
        </p:spPr>
      </p:pic>
      <p:sp>
        <p:nvSpPr>
          <p:cNvPr id="63" name="Rectangle 62">
            <a:extLst>
              <a:ext uri="{FF2B5EF4-FFF2-40B4-BE49-F238E27FC236}">
                <a16:creationId xmlns:a16="http://schemas.microsoft.com/office/drawing/2014/main" id="{DCD98CFC-1EE5-4C76-9303-C12534625D11}"/>
              </a:ext>
            </a:extLst>
          </p:cNvPr>
          <p:cNvSpPr/>
          <p:nvPr/>
        </p:nvSpPr>
        <p:spPr>
          <a:xfrm>
            <a:off x="3997410" y="1942247"/>
            <a:ext cx="1471671" cy="523220"/>
          </a:xfrm>
          <a:prstGeom prst="rect">
            <a:avLst/>
          </a:prstGeom>
        </p:spPr>
        <p:txBody>
          <a:bodyPr wrap="square">
            <a:spAutoFit/>
          </a:bodyPr>
          <a:lstStyle/>
          <a:p>
            <a:pPr algn="ctr"/>
            <a:r>
              <a:rPr lang="en-GB" sz="1400" b="1">
                <a:solidFill>
                  <a:schemeClr val="bg1"/>
                </a:solidFill>
                <a:latin typeface="Arial" panose="020B0604020202020204" pitchFamily="34" charset="0"/>
                <a:cs typeface="Arial" panose="020B0604020202020204" pitchFamily="34" charset="0"/>
              </a:rPr>
              <a:t>Change Specialists</a:t>
            </a:r>
            <a:endParaRPr lang="en-US" sz="1400" b="1">
              <a:solidFill>
                <a:schemeClr val="bg1"/>
              </a:solidFill>
              <a:latin typeface="Arial" panose="020B0604020202020204" pitchFamily="34" charset="0"/>
              <a:cs typeface="Arial" panose="020B0604020202020204" pitchFamily="34" charset="0"/>
            </a:endParaRPr>
          </a:p>
        </p:txBody>
      </p:sp>
      <p:sp>
        <p:nvSpPr>
          <p:cNvPr id="64" name="Oval 63">
            <a:extLst>
              <a:ext uri="{FF2B5EF4-FFF2-40B4-BE49-F238E27FC236}">
                <a16:creationId xmlns:a16="http://schemas.microsoft.com/office/drawing/2014/main" id="{C051C131-0A7D-456B-BE5B-DA3987C8E96E}"/>
              </a:ext>
            </a:extLst>
          </p:cNvPr>
          <p:cNvSpPr/>
          <p:nvPr/>
        </p:nvSpPr>
        <p:spPr>
          <a:xfrm>
            <a:off x="4380493" y="2560788"/>
            <a:ext cx="684000" cy="684000"/>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pic>
        <p:nvPicPr>
          <p:cNvPr id="6" name="Graphic 5" descr="Social network">
            <a:extLst>
              <a:ext uri="{FF2B5EF4-FFF2-40B4-BE49-F238E27FC236}">
                <a16:creationId xmlns:a16="http://schemas.microsoft.com/office/drawing/2014/main" id="{DDC80E2A-C230-4DFD-92FF-42EF1BA15609}"/>
              </a:ext>
            </a:extLst>
          </p:cNvPr>
          <p:cNvPicPr>
            <a:picLocks noChangeAspect="1"/>
          </p:cNvPicPr>
          <p:nvPr/>
        </p:nvPicPr>
        <p:blipFill>
          <a:blip r:embed="rId6">
            <a:lum bright="70000" contrast="-70000"/>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75352" y="2602019"/>
            <a:ext cx="507384" cy="507384"/>
          </a:xfrm>
          <a:prstGeom prst="rect">
            <a:avLst/>
          </a:prstGeom>
        </p:spPr>
      </p:pic>
      <p:sp>
        <p:nvSpPr>
          <p:cNvPr id="66" name="Oval 65">
            <a:extLst>
              <a:ext uri="{FF2B5EF4-FFF2-40B4-BE49-F238E27FC236}">
                <a16:creationId xmlns:a16="http://schemas.microsoft.com/office/drawing/2014/main" id="{F5DD1097-6C97-4614-A449-448073E26EA0}"/>
              </a:ext>
            </a:extLst>
          </p:cNvPr>
          <p:cNvSpPr/>
          <p:nvPr/>
        </p:nvSpPr>
        <p:spPr>
          <a:xfrm>
            <a:off x="5420593" y="5414406"/>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sp>
        <p:nvSpPr>
          <p:cNvPr id="67" name="Oval 66">
            <a:extLst>
              <a:ext uri="{FF2B5EF4-FFF2-40B4-BE49-F238E27FC236}">
                <a16:creationId xmlns:a16="http://schemas.microsoft.com/office/drawing/2014/main" id="{BEBB0EC6-6CF1-4D26-B1CB-A288075CD9B2}"/>
              </a:ext>
            </a:extLst>
          </p:cNvPr>
          <p:cNvSpPr/>
          <p:nvPr/>
        </p:nvSpPr>
        <p:spPr>
          <a:xfrm>
            <a:off x="5469081" y="5461923"/>
            <a:ext cx="504000" cy="504000"/>
          </a:xfrm>
          <a:prstGeom prst="ellipse">
            <a:avLst/>
          </a:prstGeom>
          <a:solidFill>
            <a:srgbClr val="7030A0"/>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74483" tIns="37242" rIns="74483" bIns="37242" numCol="1" spcCol="0" rtlCol="0" fromWordArt="0" anchor="ctr" anchorCtr="0" forceAA="0" compatLnSpc="1">
            <a:prstTxWarp prst="textNoShape">
              <a:avLst/>
            </a:prstTxWarp>
            <a:noAutofit/>
          </a:bodyPr>
          <a:lstStyle/>
          <a:p>
            <a:pPr algn="ctr"/>
            <a:endParaRPr lang="en-US" sz="1473"/>
          </a:p>
        </p:txBody>
      </p:sp>
      <p:pic>
        <p:nvPicPr>
          <p:cNvPr id="9" name="Graphic 8" descr="Playbook">
            <a:extLst>
              <a:ext uri="{FF2B5EF4-FFF2-40B4-BE49-F238E27FC236}">
                <a16:creationId xmlns:a16="http://schemas.microsoft.com/office/drawing/2014/main" id="{1B2977C8-CF44-4562-AA95-685F7F96BDA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38483" y="5528017"/>
            <a:ext cx="360000" cy="360000"/>
          </a:xfrm>
          <a:prstGeom prst="rect">
            <a:avLst/>
          </a:prstGeom>
        </p:spPr>
      </p:pic>
      <p:sp>
        <p:nvSpPr>
          <p:cNvPr id="69" name="Rectangle 68">
            <a:extLst>
              <a:ext uri="{FF2B5EF4-FFF2-40B4-BE49-F238E27FC236}">
                <a16:creationId xmlns:a16="http://schemas.microsoft.com/office/drawing/2014/main" id="{1A0557FF-41CF-4C90-B718-4969026D7A79}"/>
              </a:ext>
            </a:extLst>
          </p:cNvPr>
          <p:cNvSpPr/>
          <p:nvPr/>
        </p:nvSpPr>
        <p:spPr>
          <a:xfrm>
            <a:off x="5245783" y="6026406"/>
            <a:ext cx="1243684" cy="430887"/>
          </a:xfrm>
          <a:prstGeom prst="rect">
            <a:avLst/>
          </a:prstGeom>
        </p:spPr>
        <p:txBody>
          <a:bodyPr wrap="square">
            <a:spAutoFit/>
          </a:bodyPr>
          <a:lstStyle/>
          <a:p>
            <a:pPr algn="ctr"/>
            <a:r>
              <a:rPr lang="en-GB" sz="1100" b="1">
                <a:solidFill>
                  <a:schemeClr val="bg1"/>
                </a:solidFill>
                <a:latin typeface="Arial" panose="020B0604020202020204" pitchFamily="34" charset="0"/>
                <a:cs typeface="Arial" panose="020B0604020202020204" pitchFamily="34" charset="0"/>
              </a:rPr>
              <a:t>Programme Management</a:t>
            </a:r>
            <a:endParaRPr lang="en-US" sz="1100" b="1">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4164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Straight Connector 39">
            <a:extLst>
              <a:ext uri="{FF2B5EF4-FFF2-40B4-BE49-F238E27FC236}">
                <a16:creationId xmlns:a16="http://schemas.microsoft.com/office/drawing/2014/main" id="{80F2DDEE-006C-45F8-AA92-E01488CC4D88}"/>
              </a:ext>
            </a:extLst>
          </p:cNvPr>
          <p:cNvCxnSpPr>
            <a:cxnSpLocks/>
          </p:cNvCxnSpPr>
          <p:nvPr/>
        </p:nvCxnSpPr>
        <p:spPr>
          <a:xfrm flipV="1">
            <a:off x="5406018" y="3215772"/>
            <a:ext cx="0" cy="70261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7BBB0047-21BA-4CB3-ACD3-383CF75C0055}"/>
              </a:ext>
            </a:extLst>
          </p:cNvPr>
          <p:cNvSpPr/>
          <p:nvPr/>
        </p:nvSpPr>
        <p:spPr>
          <a:xfrm rot="7541018">
            <a:off x="6140603" y="2918940"/>
            <a:ext cx="121405" cy="1188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7A6A7A7F-7FAB-4BD2-B293-22DA1C309E4A}"/>
              </a:ext>
            </a:extLst>
          </p:cNvPr>
          <p:cNvCxnSpPr>
            <a:cxnSpLocks/>
          </p:cNvCxnSpPr>
          <p:nvPr/>
        </p:nvCxnSpPr>
        <p:spPr>
          <a:xfrm flipH="1" flipV="1">
            <a:off x="2038765" y="4019721"/>
            <a:ext cx="17601" cy="106452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2458074-A46B-4E3F-A02B-5E4E460FC9F9}"/>
              </a:ext>
            </a:extLst>
          </p:cNvPr>
          <p:cNvCxnSpPr>
            <a:cxnSpLocks/>
          </p:cNvCxnSpPr>
          <p:nvPr/>
        </p:nvCxnSpPr>
        <p:spPr>
          <a:xfrm flipV="1">
            <a:off x="6922234" y="4272763"/>
            <a:ext cx="9230" cy="91589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33F2BC55-CE15-4647-86F3-D9494D2921B2}"/>
              </a:ext>
            </a:extLst>
          </p:cNvPr>
          <p:cNvSpPr/>
          <p:nvPr/>
        </p:nvSpPr>
        <p:spPr>
          <a:xfrm rot="5400000" flipV="1">
            <a:off x="4507151" y="2452128"/>
            <a:ext cx="129881" cy="122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 	</a:t>
            </a:r>
            <a:endParaRPr lang="en-US"/>
          </a:p>
        </p:txBody>
      </p:sp>
      <p:sp>
        <p:nvSpPr>
          <p:cNvPr id="30" name="Rectangle 29">
            <a:extLst>
              <a:ext uri="{FF2B5EF4-FFF2-40B4-BE49-F238E27FC236}">
                <a16:creationId xmlns:a16="http://schemas.microsoft.com/office/drawing/2014/main" id="{8CBCCAB1-4A13-4E5E-9A38-9D7234B94E6B}"/>
              </a:ext>
            </a:extLst>
          </p:cNvPr>
          <p:cNvSpPr/>
          <p:nvPr/>
        </p:nvSpPr>
        <p:spPr>
          <a:xfrm rot="14126945">
            <a:off x="2748124" y="2937342"/>
            <a:ext cx="121405" cy="11882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F1CF79A-A9BA-4C33-BB31-DF96899970EE}"/>
              </a:ext>
            </a:extLst>
          </p:cNvPr>
          <p:cNvSpPr/>
          <p:nvPr/>
        </p:nvSpPr>
        <p:spPr>
          <a:xfrm>
            <a:off x="1605566" y="3658631"/>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cxnSp>
        <p:nvCxnSpPr>
          <p:cNvPr id="19" name="Straight Connector 18"/>
          <p:cNvCxnSpPr>
            <a:cxnSpLocks/>
          </p:cNvCxnSpPr>
          <p:nvPr/>
        </p:nvCxnSpPr>
        <p:spPr>
          <a:xfrm flipH="1" flipV="1">
            <a:off x="3639345" y="2859990"/>
            <a:ext cx="27858" cy="109589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223826" y="237871"/>
            <a:ext cx="3242863" cy="830997"/>
          </a:xfrm>
          <a:prstGeom prst="rect">
            <a:avLst/>
          </a:prstGeom>
          <a:noFill/>
        </p:spPr>
        <p:txBody>
          <a:bodyPr wrap="square" rtlCol="0">
            <a:spAutoFit/>
          </a:bodyPr>
          <a:lstStyle/>
          <a:p>
            <a:r>
              <a:rPr lang="en-GB" sz="2400">
                <a:solidFill>
                  <a:schemeClr val="bg1"/>
                </a:solidFill>
                <a:latin typeface="Arial" panose="020B0604020202020204" pitchFamily="34" charset="0"/>
                <a:cs typeface="Arial" panose="020B0604020202020204" pitchFamily="34" charset="0"/>
              </a:rPr>
              <a:t>NGM | </a:t>
            </a:r>
            <a:r>
              <a:rPr lang="en-GB" sz="2400" b="1">
                <a:solidFill>
                  <a:schemeClr val="bg1"/>
                </a:solidFill>
                <a:latin typeface="Arial" panose="020B0604020202020204" pitchFamily="34" charset="0"/>
                <a:cs typeface="Arial" panose="020B0604020202020204" pitchFamily="34" charset="0"/>
              </a:rPr>
              <a:t>Business</a:t>
            </a:r>
          </a:p>
          <a:p>
            <a:r>
              <a:rPr lang="en-GB" sz="2400" b="1">
                <a:solidFill>
                  <a:schemeClr val="bg1"/>
                </a:solidFill>
                <a:latin typeface="Arial" panose="020B0604020202020204" pitchFamily="34" charset="0"/>
                <a:cs typeface="Arial" panose="020B0604020202020204" pitchFamily="34" charset="0"/>
              </a:rPr>
              <a:t>           Performance</a:t>
            </a:r>
            <a:endParaRPr lang="en-US" sz="2400" b="1">
              <a:solidFill>
                <a:schemeClr val="bg1"/>
              </a:solidFill>
              <a:latin typeface="Arial" panose="020B0604020202020204" pitchFamily="34" charset="0"/>
              <a:cs typeface="Arial" panose="020B0604020202020204" pitchFamily="34" charset="0"/>
            </a:endParaRPr>
          </a:p>
        </p:txBody>
      </p:sp>
      <p:sp>
        <p:nvSpPr>
          <p:cNvPr id="2" name="Oval 1"/>
          <p:cNvSpPr/>
          <p:nvPr/>
        </p:nvSpPr>
        <p:spPr>
          <a:xfrm>
            <a:off x="3221245" y="2740653"/>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9" name="Oval 8"/>
          <p:cNvSpPr/>
          <p:nvPr/>
        </p:nvSpPr>
        <p:spPr>
          <a:xfrm>
            <a:off x="3298246" y="2818259"/>
            <a:ext cx="687399" cy="687399"/>
          </a:xfrm>
          <a:prstGeom prst="ellipse">
            <a:avLst/>
          </a:prstGeom>
          <a:solidFill>
            <a:schemeClr val="accent5">
              <a:lumMod val="75000"/>
            </a:schemeClr>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3" name="Rectangle 2"/>
          <p:cNvSpPr/>
          <p:nvPr/>
        </p:nvSpPr>
        <p:spPr>
          <a:xfrm>
            <a:off x="3085988" y="2384835"/>
            <a:ext cx="1748206" cy="307777"/>
          </a:xfrm>
          <a:prstGeom prst="rect">
            <a:avLst/>
          </a:prstGeom>
        </p:spPr>
        <p:txBody>
          <a:bodyPr wrap="square">
            <a:spAutoFit/>
          </a:bodyPr>
          <a:lstStyle/>
          <a:p>
            <a:r>
              <a:rPr lang="en-GB" sz="1400" b="1" dirty="0">
                <a:solidFill>
                  <a:schemeClr val="bg1"/>
                </a:solidFill>
                <a:latin typeface="Arial" panose="020B0604020202020204" pitchFamily="34" charset="0"/>
                <a:cs typeface="Arial" panose="020B0604020202020204" pitchFamily="34" charset="0"/>
              </a:rPr>
              <a:t>MI &amp; Insights</a:t>
            </a:r>
            <a:endParaRPr lang="en-US" sz="1400" b="1" dirty="0">
              <a:solidFill>
                <a:schemeClr val="bg1"/>
              </a:solidFill>
              <a:latin typeface="Arial" panose="020B0604020202020204" pitchFamily="34" charset="0"/>
              <a:cs typeface="Arial" panose="020B0604020202020204" pitchFamily="34" charset="0"/>
            </a:endParaRPr>
          </a:p>
        </p:txBody>
      </p:sp>
      <p:grpSp>
        <p:nvGrpSpPr>
          <p:cNvPr id="17" name="Group 16"/>
          <p:cNvGrpSpPr/>
          <p:nvPr/>
        </p:nvGrpSpPr>
        <p:grpSpPr>
          <a:xfrm>
            <a:off x="1250136" y="4730708"/>
            <a:ext cx="1461977" cy="620436"/>
            <a:chOff x="744610" y="3058898"/>
            <a:chExt cx="1311692" cy="2340543"/>
          </a:xfrm>
        </p:grpSpPr>
        <p:sp>
          <p:nvSpPr>
            <p:cNvPr id="15" name="Rectangle 14"/>
            <p:cNvSpPr/>
            <p:nvPr/>
          </p:nvSpPr>
          <p:spPr>
            <a:xfrm>
              <a:off x="744610" y="3058898"/>
              <a:ext cx="1311692" cy="2340543"/>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1034462" y="3058898"/>
              <a:ext cx="769736" cy="748818"/>
            </a:xfrm>
            <a:prstGeom prst="rect">
              <a:avLst/>
            </a:prstGeom>
            <a:noFill/>
          </p:spPr>
          <p:txBody>
            <a:bodyPr wrap="none" rtlCol="0">
              <a:spAutoFit/>
            </a:bodyPr>
            <a:lstStyle/>
            <a:p>
              <a:pPr algn="ctr"/>
              <a:endParaRPr lang="en-US" sz="900" dirty="0">
                <a:latin typeface="Arial" panose="020B0604020202020204" pitchFamily="34" charset="0"/>
                <a:cs typeface="Arial" panose="020B0604020202020204" pitchFamily="34" charset="0"/>
              </a:endParaRPr>
            </a:p>
            <a:p>
              <a:pPr algn="ctr"/>
              <a:r>
                <a:rPr lang="en-US" sz="900" dirty="0">
                  <a:latin typeface="Arial" panose="020B0604020202020204" pitchFamily="34" charset="0"/>
                  <a:cs typeface="Arial" panose="020B0604020202020204" pitchFamily="34" charset="0"/>
                </a:rPr>
                <a:t>Phil Laidlow</a:t>
              </a:r>
            </a:p>
            <a:p>
              <a:pPr lvl="0" algn="ctr"/>
              <a:r>
                <a:rPr lang="en-US" sz="900" dirty="0">
                  <a:latin typeface="Arial" panose="020B0604020202020204" pitchFamily="34" charset="0"/>
                  <a:cs typeface="Arial" panose="020B0604020202020204" pitchFamily="34" charset="0"/>
                </a:rPr>
                <a:t>John Reeves</a:t>
              </a:r>
            </a:p>
            <a:p>
              <a:pPr algn="ctr"/>
              <a:endParaRPr lang="en-US" sz="900" dirty="0">
                <a:latin typeface="Arial" panose="020B0604020202020204" pitchFamily="34" charset="0"/>
                <a:cs typeface="Arial" panose="020B0604020202020204" pitchFamily="34" charset="0"/>
              </a:endParaRPr>
            </a:p>
          </p:txBody>
        </p:sp>
      </p:grpSp>
      <p:sp>
        <p:nvSpPr>
          <p:cNvPr id="35" name="Oval 34"/>
          <p:cNvSpPr/>
          <p:nvPr/>
        </p:nvSpPr>
        <p:spPr>
          <a:xfrm>
            <a:off x="6507012" y="3610117"/>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37" name="Rectangle 36"/>
          <p:cNvSpPr/>
          <p:nvPr/>
        </p:nvSpPr>
        <p:spPr>
          <a:xfrm>
            <a:off x="6296273" y="3250728"/>
            <a:ext cx="3061784" cy="307777"/>
          </a:xfrm>
          <a:prstGeom prst="rect">
            <a:avLst/>
          </a:prstGeom>
        </p:spPr>
        <p:txBody>
          <a:bodyPr wrap="square">
            <a:spAutoFit/>
          </a:bodyPr>
          <a:lstStyle/>
          <a:p>
            <a:pPr algn="ctr"/>
            <a:r>
              <a:rPr lang="en-GB" sz="1400" b="1" dirty="0">
                <a:solidFill>
                  <a:schemeClr val="bg1"/>
                </a:solidFill>
                <a:latin typeface="Arial" panose="020B0604020202020204" pitchFamily="34" charset="0"/>
                <a:cs typeface="Arial" panose="020B0604020202020204" pitchFamily="34" charset="0"/>
              </a:rPr>
              <a:t>Data Management Standards</a:t>
            </a:r>
            <a:endParaRPr lang="en-US" sz="1400" b="1" dirty="0">
              <a:solidFill>
                <a:schemeClr val="bg1"/>
              </a:solidFill>
              <a:latin typeface="Arial" panose="020B0604020202020204" pitchFamily="34" charset="0"/>
              <a:cs typeface="Arial" panose="020B0604020202020204" pitchFamily="34" charset="0"/>
            </a:endParaRPr>
          </a:p>
        </p:txBody>
      </p:sp>
      <p:sp>
        <p:nvSpPr>
          <p:cNvPr id="52" name="Oval 51"/>
          <p:cNvSpPr/>
          <p:nvPr/>
        </p:nvSpPr>
        <p:spPr>
          <a:xfrm>
            <a:off x="6582295" y="3663813"/>
            <a:ext cx="687399" cy="725418"/>
          </a:xfrm>
          <a:prstGeom prst="ellipse">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lin ang="2700000" scaled="1"/>
            <a:tileRect/>
          </a:gra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67" name="TextBox 66"/>
          <p:cNvSpPr txBox="1"/>
          <p:nvPr/>
        </p:nvSpPr>
        <p:spPr>
          <a:xfrm>
            <a:off x="8350624" y="6289119"/>
            <a:ext cx="2232212" cy="369332"/>
          </a:xfrm>
          <a:prstGeom prst="rect">
            <a:avLst/>
          </a:prstGeom>
          <a:noFill/>
        </p:spPr>
        <p:txBody>
          <a:bodyPr wrap="square" rtlCol="0">
            <a:spAutoFit/>
          </a:bodyPr>
          <a:lstStyle/>
          <a:p>
            <a:r>
              <a:rPr lang="en-GB" sz="900" dirty="0">
                <a:solidFill>
                  <a:schemeClr val="bg1"/>
                </a:solidFill>
                <a:latin typeface="Arial" panose="020B0604020202020204" pitchFamily="34" charset="0"/>
                <a:cs typeface="Arial" panose="020B0604020202020204" pitchFamily="34" charset="0"/>
              </a:rPr>
              <a:t>Team Members: 12</a:t>
            </a:r>
          </a:p>
          <a:p>
            <a:r>
              <a:rPr lang="en-GB" sz="900" dirty="0">
                <a:solidFill>
                  <a:schemeClr val="bg1"/>
                </a:solidFill>
                <a:latin typeface="Arial" panose="020B0604020202020204" pitchFamily="34" charset="0"/>
                <a:cs typeface="Arial" panose="020B0604020202020204" pitchFamily="34" charset="0"/>
              </a:rPr>
              <a:t>Vacancy: 1</a:t>
            </a:r>
            <a:r>
              <a:rPr lang="en-GB" sz="900" i="1" dirty="0">
                <a:solidFill>
                  <a:schemeClr val="bg1"/>
                </a:solidFill>
                <a:latin typeface="Arial" panose="020B0604020202020204" pitchFamily="34" charset="0"/>
                <a:cs typeface="Arial" panose="020B0604020202020204" pitchFamily="34" charset="0"/>
              </a:rPr>
              <a:t> </a:t>
            </a:r>
            <a:endParaRPr lang="en-US" sz="900" i="1" dirty="0">
              <a:solidFill>
                <a:schemeClr val="bg1"/>
              </a:solidFill>
              <a:latin typeface="Arial" panose="020B0604020202020204" pitchFamily="34" charset="0"/>
              <a:cs typeface="Arial" panose="020B0604020202020204" pitchFamily="34" charset="0"/>
            </a:endParaRPr>
          </a:p>
        </p:txBody>
      </p:sp>
      <p:sp>
        <p:nvSpPr>
          <p:cNvPr id="68" name="TextBox 67"/>
          <p:cNvSpPr txBox="1"/>
          <p:nvPr/>
        </p:nvSpPr>
        <p:spPr>
          <a:xfrm>
            <a:off x="3814262" y="438190"/>
            <a:ext cx="5753197" cy="1077218"/>
          </a:xfrm>
          <a:prstGeom prst="rect">
            <a:avLst/>
          </a:prstGeom>
          <a:noFill/>
        </p:spPr>
        <p:txBody>
          <a:bodyPr wrap="square" rtlCol="0">
            <a:spAutoFit/>
          </a:bodyPr>
          <a:lstStyle/>
          <a:p>
            <a:r>
              <a:rPr lang="en-GB" sz="1600" i="1" dirty="0">
                <a:solidFill>
                  <a:schemeClr val="bg1"/>
                </a:solidFill>
                <a:latin typeface="Arial" panose="020B0604020202020204" pitchFamily="34" charset="0"/>
                <a:cs typeface="Arial" panose="020B0604020202020204" pitchFamily="34" charset="0"/>
              </a:rPr>
              <a:t>Welcome to our Business Performance Team, our purpose is to work together with the business to provide the visibility, insight and capability to deliver performance today and help shape the strategy of NGM tomorrow.</a:t>
            </a:r>
            <a:r>
              <a:rPr lang="en-GB" sz="1600" b="1" i="1" dirty="0">
                <a:solidFill>
                  <a:schemeClr val="bg1"/>
                </a:solidFill>
                <a:latin typeface="Arial" panose="020B0604020202020204" pitchFamily="34" charset="0"/>
                <a:cs typeface="Arial" panose="020B0604020202020204" pitchFamily="34" charset="0"/>
              </a:rPr>
              <a:t>  </a:t>
            </a:r>
            <a:r>
              <a:rPr lang="en-GB" sz="1600" b="1" dirty="0">
                <a:solidFill>
                  <a:schemeClr val="bg1"/>
                </a:solidFill>
                <a:latin typeface="Arial" panose="020B0604020202020204" pitchFamily="34" charset="0"/>
                <a:cs typeface="Arial" panose="020B0604020202020204" pitchFamily="34" charset="0"/>
              </a:rPr>
              <a:t>– Chris Swain</a:t>
            </a:r>
            <a:endParaRPr lang="en-US" sz="1600" dirty="0">
              <a:solidFill>
                <a:schemeClr val="bg1"/>
              </a:solidFill>
              <a:latin typeface="Arial" panose="020B0604020202020204" pitchFamily="34" charset="0"/>
              <a:cs typeface="Arial" panose="020B0604020202020204" pitchFamily="34" charset="0"/>
            </a:endParaRPr>
          </a:p>
        </p:txBody>
      </p:sp>
      <p:pic>
        <p:nvPicPr>
          <p:cNvPr id="11" name="Picture 10"/>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3444839" y="2945405"/>
            <a:ext cx="368659" cy="368659"/>
          </a:xfrm>
          <a:prstGeom prst="rect">
            <a:avLst/>
          </a:prstGeom>
        </p:spPr>
      </p:pic>
      <p:pic>
        <p:nvPicPr>
          <p:cNvPr id="21" name="Picture 20"/>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6778137" y="3845028"/>
            <a:ext cx="366697" cy="386978"/>
          </a:xfrm>
          <a:prstGeom prst="rect">
            <a:avLst/>
          </a:prstGeom>
        </p:spPr>
      </p:pic>
      <p:sp>
        <p:nvSpPr>
          <p:cNvPr id="23" name="Rectangle 22">
            <a:extLst>
              <a:ext uri="{FF2B5EF4-FFF2-40B4-BE49-F238E27FC236}">
                <a16:creationId xmlns:a16="http://schemas.microsoft.com/office/drawing/2014/main" id="{0963981D-7201-4CDD-AB5F-D295D17D97E7}"/>
              </a:ext>
            </a:extLst>
          </p:cNvPr>
          <p:cNvSpPr/>
          <p:nvPr/>
        </p:nvSpPr>
        <p:spPr>
          <a:xfrm>
            <a:off x="1275262" y="3113933"/>
            <a:ext cx="1993093" cy="523220"/>
          </a:xfrm>
          <a:prstGeom prst="rect">
            <a:avLst/>
          </a:prstGeom>
        </p:spPr>
        <p:txBody>
          <a:bodyPr wrap="square">
            <a:spAutoFit/>
          </a:bodyPr>
          <a:lstStyle/>
          <a:p>
            <a:r>
              <a:rPr lang="en-GB" sz="1400" b="1" dirty="0">
                <a:solidFill>
                  <a:schemeClr val="bg1"/>
                </a:solidFill>
                <a:latin typeface="Arial" panose="020B0604020202020204" pitchFamily="34" charset="0"/>
                <a:cs typeface="Arial" panose="020B0604020202020204" pitchFamily="34" charset="0"/>
              </a:rPr>
              <a:t>Data Quality &amp; Assurance</a:t>
            </a:r>
            <a:endParaRPr lang="en-US" sz="1400" b="1" dirty="0">
              <a:solidFill>
                <a:schemeClr val="bg1"/>
              </a:solidFill>
              <a:latin typeface="Arial" panose="020B0604020202020204" pitchFamily="34" charset="0"/>
              <a:cs typeface="Arial" panose="020B0604020202020204" pitchFamily="34" charset="0"/>
            </a:endParaRPr>
          </a:p>
        </p:txBody>
      </p:sp>
      <p:sp>
        <p:nvSpPr>
          <p:cNvPr id="27" name="Oval 26">
            <a:extLst>
              <a:ext uri="{FF2B5EF4-FFF2-40B4-BE49-F238E27FC236}">
                <a16:creationId xmlns:a16="http://schemas.microsoft.com/office/drawing/2014/main" id="{F4B307C6-5225-4630-B90A-AB8C52F838EE}"/>
              </a:ext>
            </a:extLst>
          </p:cNvPr>
          <p:cNvSpPr/>
          <p:nvPr/>
        </p:nvSpPr>
        <p:spPr>
          <a:xfrm>
            <a:off x="1670641" y="3735110"/>
            <a:ext cx="687399" cy="687399"/>
          </a:xfrm>
          <a:prstGeom prst="ellipse">
            <a:avLst/>
          </a:prstGeom>
          <a:solidFill>
            <a:schemeClr val="accent6">
              <a:lumMod val="50000"/>
            </a:schemeClr>
          </a:solidFill>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5" name="Graphic 4" descr="Bar chart">
            <a:extLst>
              <a:ext uri="{FF2B5EF4-FFF2-40B4-BE49-F238E27FC236}">
                <a16:creationId xmlns:a16="http://schemas.microsoft.com/office/drawing/2014/main" id="{E991ED05-6BFA-407E-8535-472DC0B1E3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18983" y="3879662"/>
            <a:ext cx="406689" cy="406689"/>
          </a:xfrm>
          <a:prstGeom prst="rect">
            <a:avLst/>
          </a:prstGeom>
        </p:spPr>
      </p:pic>
      <p:sp>
        <p:nvSpPr>
          <p:cNvPr id="25" name="Rectangle 24">
            <a:extLst>
              <a:ext uri="{FF2B5EF4-FFF2-40B4-BE49-F238E27FC236}">
                <a16:creationId xmlns:a16="http://schemas.microsoft.com/office/drawing/2014/main" id="{3BC426B0-9600-44C2-A14D-10B62F5B47BF}"/>
              </a:ext>
            </a:extLst>
          </p:cNvPr>
          <p:cNvSpPr/>
          <p:nvPr/>
        </p:nvSpPr>
        <p:spPr>
          <a:xfrm>
            <a:off x="6181184" y="4747420"/>
            <a:ext cx="1461977" cy="590092"/>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6175155-B2AE-48FF-BFB1-28AAFC80C81F}"/>
              </a:ext>
            </a:extLst>
          </p:cNvPr>
          <p:cNvSpPr txBox="1"/>
          <p:nvPr/>
        </p:nvSpPr>
        <p:spPr>
          <a:xfrm>
            <a:off x="6586788" y="4786130"/>
            <a:ext cx="607859" cy="369332"/>
          </a:xfrm>
          <a:prstGeom prst="rect">
            <a:avLst/>
          </a:prstGeom>
          <a:noFill/>
        </p:spPr>
        <p:txBody>
          <a:bodyPr wrap="none" rtlCol="0">
            <a:spAutoFit/>
          </a:bodyPr>
          <a:lstStyle/>
          <a:p>
            <a:pPr algn="ctr"/>
            <a:endParaRPr lang="en-US" sz="900" dirty="0">
              <a:latin typeface="Arial" panose="020B0604020202020204" pitchFamily="34" charset="0"/>
              <a:cs typeface="Arial" panose="020B0604020202020204" pitchFamily="34" charset="0"/>
            </a:endParaRPr>
          </a:p>
          <a:p>
            <a:pPr algn="ctr"/>
            <a:r>
              <a:rPr lang="en-US" sz="900" dirty="0">
                <a:latin typeface="Arial" panose="020B0604020202020204" pitchFamily="34" charset="0"/>
                <a:cs typeface="Arial" panose="020B0604020202020204" pitchFamily="34" charset="0"/>
              </a:rPr>
              <a:t>vacancy</a:t>
            </a:r>
          </a:p>
        </p:txBody>
      </p:sp>
      <p:sp>
        <p:nvSpPr>
          <p:cNvPr id="36" name="Oval 35">
            <a:extLst>
              <a:ext uri="{FF2B5EF4-FFF2-40B4-BE49-F238E27FC236}">
                <a16:creationId xmlns:a16="http://schemas.microsoft.com/office/drawing/2014/main" id="{0564147D-9356-4F9C-A9C9-BAA6919D6807}"/>
              </a:ext>
            </a:extLst>
          </p:cNvPr>
          <p:cNvSpPr/>
          <p:nvPr/>
        </p:nvSpPr>
        <p:spPr>
          <a:xfrm>
            <a:off x="4985839" y="2742691"/>
            <a:ext cx="840359" cy="8403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sp>
        <p:nvSpPr>
          <p:cNvPr id="39" name="Oval 38">
            <a:extLst>
              <a:ext uri="{FF2B5EF4-FFF2-40B4-BE49-F238E27FC236}">
                <a16:creationId xmlns:a16="http://schemas.microsoft.com/office/drawing/2014/main" id="{FE2D39C1-67D9-40C4-988C-9709B91C3160}"/>
              </a:ext>
            </a:extLst>
          </p:cNvPr>
          <p:cNvSpPr/>
          <p:nvPr/>
        </p:nvSpPr>
        <p:spPr>
          <a:xfrm>
            <a:off x="5065455" y="2819170"/>
            <a:ext cx="687399" cy="687399"/>
          </a:xfrm>
          <a:prstGeom prst="ellipse">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776" tIns="45888" rIns="91776" bIns="45888" numCol="1" spcCol="0" rtlCol="0" fromWordArt="0" anchor="ctr" anchorCtr="0" forceAA="0" compatLnSpc="1">
            <a:prstTxWarp prst="textNoShape">
              <a:avLst/>
            </a:prstTxWarp>
            <a:noAutofit/>
          </a:bodyPr>
          <a:lstStyle/>
          <a:p>
            <a:pPr algn="ctr"/>
            <a:endParaRPr lang="en-US" sz="1815"/>
          </a:p>
        </p:txBody>
      </p:sp>
      <p:pic>
        <p:nvPicPr>
          <p:cNvPr id="34" name="Picture 33">
            <a:extLst>
              <a:ext uri="{FF2B5EF4-FFF2-40B4-BE49-F238E27FC236}">
                <a16:creationId xmlns:a16="http://schemas.microsoft.com/office/drawing/2014/main" id="{2E79FAB5-C030-41A7-AF51-ED4BA75AC432}"/>
              </a:ext>
            </a:extLst>
          </p:cNvPr>
          <p:cNvPicPr>
            <a:picLocks noChangeAspect="1"/>
          </p:cNvPicPr>
          <p:nvPr/>
        </p:nvPicPr>
        <p:blipFill>
          <a:blip r:embed="rId6">
            <a:lum bright="70000" contrast="-70000"/>
            <a:extLst>
              <a:ext uri="{28A0092B-C50C-407E-A947-70E740481C1C}">
                <a14:useLocalDpi xmlns:a14="http://schemas.microsoft.com/office/drawing/2010/main" val="0"/>
              </a:ext>
            </a:extLst>
          </a:blip>
          <a:stretch>
            <a:fillRect/>
          </a:stretch>
        </p:blipFill>
        <p:spPr>
          <a:xfrm>
            <a:off x="5233945" y="2936768"/>
            <a:ext cx="441865" cy="416793"/>
          </a:xfrm>
          <a:prstGeom prst="rect">
            <a:avLst/>
          </a:prstGeom>
        </p:spPr>
      </p:pic>
      <p:sp>
        <p:nvSpPr>
          <p:cNvPr id="41" name="Rectangle 40">
            <a:extLst>
              <a:ext uri="{FF2B5EF4-FFF2-40B4-BE49-F238E27FC236}">
                <a16:creationId xmlns:a16="http://schemas.microsoft.com/office/drawing/2014/main" id="{14857550-31B7-4F41-AF44-5453107C29C4}"/>
              </a:ext>
            </a:extLst>
          </p:cNvPr>
          <p:cNvSpPr/>
          <p:nvPr/>
        </p:nvSpPr>
        <p:spPr>
          <a:xfrm>
            <a:off x="4702997" y="3913424"/>
            <a:ext cx="1461977" cy="585566"/>
          </a:xfrm>
          <a:prstGeom prst="rect">
            <a:avLst/>
          </a:prstGeom>
          <a:solidFill>
            <a:schemeClr val="accent3">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E7B846F8-A2C1-457F-A73D-0FB9F26727D3}"/>
              </a:ext>
            </a:extLst>
          </p:cNvPr>
          <p:cNvSpPr txBox="1"/>
          <p:nvPr/>
        </p:nvSpPr>
        <p:spPr>
          <a:xfrm>
            <a:off x="4862599" y="3874632"/>
            <a:ext cx="979755" cy="507831"/>
          </a:xfrm>
          <a:prstGeom prst="rect">
            <a:avLst/>
          </a:prstGeom>
          <a:noFill/>
        </p:spPr>
        <p:txBody>
          <a:bodyPr wrap="none" rtlCol="0">
            <a:spAutoFit/>
          </a:bodyPr>
          <a:lstStyle/>
          <a:p>
            <a:pPr algn="ctr"/>
            <a:endParaRPr lang="en-US" sz="900" dirty="0">
              <a:latin typeface="Arial" panose="020B0604020202020204" pitchFamily="34" charset="0"/>
              <a:cs typeface="Arial" panose="020B0604020202020204" pitchFamily="34" charset="0"/>
            </a:endParaRPr>
          </a:p>
          <a:p>
            <a:pPr lvl="0" algn="ctr"/>
            <a:r>
              <a:rPr lang="en-GB" sz="900" dirty="0">
                <a:latin typeface="Arial" panose="020B0604020202020204" pitchFamily="34" charset="0"/>
                <a:cs typeface="Arial" panose="020B0604020202020204" pitchFamily="34" charset="0"/>
              </a:rPr>
              <a:t>Danielle Wilson</a:t>
            </a:r>
            <a:endParaRPr lang="en-US" sz="900" dirty="0">
              <a:latin typeface="Arial" panose="020B0604020202020204" pitchFamily="34" charset="0"/>
              <a:cs typeface="Arial" panose="020B0604020202020204" pitchFamily="34" charset="0"/>
            </a:endParaRPr>
          </a:p>
          <a:p>
            <a:pPr algn="ctr"/>
            <a:endParaRPr lang="en-US" sz="900" dirty="0">
              <a:latin typeface="Arial" panose="020B0604020202020204" pitchFamily="34" charset="0"/>
              <a:cs typeface="Arial" panose="020B0604020202020204" pitchFamily="34" charset="0"/>
            </a:endParaRPr>
          </a:p>
        </p:txBody>
      </p:sp>
      <p:grpSp>
        <p:nvGrpSpPr>
          <p:cNvPr id="43" name="Group 42">
            <a:extLst>
              <a:ext uri="{FF2B5EF4-FFF2-40B4-BE49-F238E27FC236}">
                <a16:creationId xmlns:a16="http://schemas.microsoft.com/office/drawing/2014/main" id="{2B0E874A-8A23-4C5A-97F7-9E72BE4ACA8A}"/>
              </a:ext>
            </a:extLst>
          </p:cNvPr>
          <p:cNvGrpSpPr/>
          <p:nvPr/>
        </p:nvGrpSpPr>
        <p:grpSpPr>
          <a:xfrm>
            <a:off x="2946813" y="3914841"/>
            <a:ext cx="1461977" cy="2020205"/>
            <a:chOff x="744610" y="3058898"/>
            <a:chExt cx="1311692" cy="2340543"/>
          </a:xfrm>
        </p:grpSpPr>
        <p:sp>
          <p:nvSpPr>
            <p:cNvPr id="44" name="Rectangle 43">
              <a:extLst>
                <a:ext uri="{FF2B5EF4-FFF2-40B4-BE49-F238E27FC236}">
                  <a16:creationId xmlns:a16="http://schemas.microsoft.com/office/drawing/2014/main" id="{F7D11B87-4503-4140-BF81-5614C587A046}"/>
                </a:ext>
              </a:extLst>
            </p:cNvPr>
            <p:cNvSpPr/>
            <p:nvPr/>
          </p:nvSpPr>
          <p:spPr>
            <a:xfrm>
              <a:off x="744610" y="3058898"/>
              <a:ext cx="1311692" cy="2340543"/>
            </a:xfrm>
            <a:prstGeom prst="rect">
              <a:avLst/>
            </a:prstGeom>
            <a:solidFill>
              <a:schemeClr val="accent5">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4EDE6A43-1A0C-4E6D-ACCD-D7B50CFFB3BA}"/>
                </a:ext>
              </a:extLst>
            </p:cNvPr>
            <p:cNvSpPr txBox="1"/>
            <p:nvPr/>
          </p:nvSpPr>
          <p:spPr>
            <a:xfrm>
              <a:off x="955182" y="3156036"/>
              <a:ext cx="890546" cy="1551122"/>
            </a:xfrm>
            <a:prstGeom prst="rect">
              <a:avLst/>
            </a:prstGeom>
            <a:noFill/>
          </p:spPr>
          <p:txBody>
            <a:bodyPr wrap="none" rtlCol="0">
              <a:spAutoFit/>
            </a:bodyPr>
            <a:lstStyle/>
            <a:p>
              <a:pPr algn="ctr"/>
              <a:endParaRPr lang="en-US" sz="900" dirty="0">
                <a:latin typeface="Arial" panose="020B0604020202020204" pitchFamily="34" charset="0"/>
                <a:cs typeface="Arial" panose="020B0604020202020204" pitchFamily="34" charset="0"/>
              </a:endParaRPr>
            </a:p>
            <a:p>
              <a:pPr algn="ctr"/>
              <a:r>
                <a:rPr lang="en-US" sz="900" dirty="0">
                  <a:latin typeface="Arial" panose="020B0604020202020204" pitchFamily="34" charset="0"/>
                  <a:cs typeface="Arial" panose="020B0604020202020204" pitchFamily="34" charset="0"/>
                </a:rPr>
                <a:t>Sarah Ball</a:t>
              </a:r>
            </a:p>
            <a:p>
              <a:pPr algn="ctr"/>
              <a:r>
                <a:rPr lang="en-US" sz="900" dirty="0">
                  <a:latin typeface="Arial" panose="020B0604020202020204" pitchFamily="34" charset="0"/>
                  <a:cs typeface="Arial" panose="020B0604020202020204" pitchFamily="34" charset="0"/>
                </a:rPr>
                <a:t>Justin Booth</a:t>
              </a:r>
            </a:p>
            <a:p>
              <a:pPr algn="ctr"/>
              <a:r>
                <a:rPr lang="en-GB" sz="900" dirty="0">
                  <a:latin typeface="Arial" panose="020B0604020202020204" pitchFamily="34" charset="0"/>
                  <a:cs typeface="Arial" panose="020B0604020202020204" pitchFamily="34" charset="0"/>
                </a:rPr>
                <a:t>Ula Ekiert</a:t>
              </a:r>
            </a:p>
            <a:p>
              <a:pPr algn="ctr"/>
              <a:r>
                <a:rPr lang="en-GB" sz="900" dirty="0">
                  <a:latin typeface="Arial" panose="020B0604020202020204" pitchFamily="34" charset="0"/>
                  <a:cs typeface="Arial" panose="020B0604020202020204" pitchFamily="34" charset="0"/>
                </a:rPr>
                <a:t>Billie Green</a:t>
              </a:r>
            </a:p>
            <a:p>
              <a:pPr algn="ctr"/>
              <a:r>
                <a:rPr lang="en-US" sz="900" dirty="0">
                  <a:latin typeface="Arial" panose="020B0604020202020204" pitchFamily="34" charset="0"/>
                  <a:cs typeface="Arial" panose="020B0604020202020204" pitchFamily="34" charset="0"/>
                </a:rPr>
                <a:t>Jon Higton</a:t>
              </a:r>
            </a:p>
            <a:p>
              <a:pPr lvl="0" algn="ctr"/>
              <a:r>
                <a:rPr lang="en-US" sz="900" dirty="0">
                  <a:latin typeface="Arial" panose="020B0604020202020204" pitchFamily="34" charset="0"/>
                  <a:cs typeface="Arial" panose="020B0604020202020204" pitchFamily="34" charset="0"/>
                </a:rPr>
                <a:t>Aimee Marsden</a:t>
              </a:r>
            </a:p>
            <a:p>
              <a:pPr lvl="0" algn="ctr"/>
              <a:r>
                <a:rPr lang="en-GB" sz="900" dirty="0">
                  <a:latin typeface="Arial" panose="020B0604020202020204" pitchFamily="34" charset="0"/>
                  <a:cs typeface="Arial" panose="020B0604020202020204" pitchFamily="34" charset="0"/>
                </a:rPr>
                <a:t>Joe Stait</a:t>
              </a:r>
            </a:p>
            <a:p>
              <a:pPr algn="ctr"/>
              <a:endParaRPr lang="en-US" sz="900" dirty="0">
                <a:latin typeface="Arial" panose="020B0604020202020204" pitchFamily="34" charset="0"/>
                <a:cs typeface="Arial" panose="020B0604020202020204" pitchFamily="34" charset="0"/>
              </a:endParaRPr>
            </a:p>
          </p:txBody>
        </p:sp>
      </p:grpSp>
      <p:sp>
        <p:nvSpPr>
          <p:cNvPr id="46" name="Rectangle 45">
            <a:extLst>
              <a:ext uri="{FF2B5EF4-FFF2-40B4-BE49-F238E27FC236}">
                <a16:creationId xmlns:a16="http://schemas.microsoft.com/office/drawing/2014/main" id="{E80FC33C-A677-48DF-82B2-8AFD6BFBB52F}"/>
              </a:ext>
            </a:extLst>
          </p:cNvPr>
          <p:cNvSpPr/>
          <p:nvPr/>
        </p:nvSpPr>
        <p:spPr>
          <a:xfrm>
            <a:off x="4878750" y="2392648"/>
            <a:ext cx="3315991" cy="307777"/>
          </a:xfrm>
          <a:prstGeom prst="rect">
            <a:avLst/>
          </a:prstGeom>
        </p:spPr>
        <p:txBody>
          <a:bodyPr wrap="square">
            <a:spAutoFit/>
          </a:bodyPr>
          <a:lstStyle/>
          <a:p>
            <a:r>
              <a:rPr lang="en-GB" sz="1400" b="1" dirty="0">
                <a:solidFill>
                  <a:schemeClr val="bg1"/>
                </a:solidFill>
                <a:latin typeface="Arial" panose="020B0604020202020204" pitchFamily="34" charset="0"/>
                <a:cs typeface="Arial" panose="020B0604020202020204" pitchFamily="34" charset="0"/>
              </a:rPr>
              <a:t>Business Performance Support</a:t>
            </a:r>
            <a:endParaRPr lang="en-US" sz="1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94183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NGPallette">
      <a:dk1>
        <a:sysClr val="windowText" lastClr="000000"/>
      </a:dk1>
      <a:lt1>
        <a:sysClr val="window" lastClr="FFFFFF"/>
      </a:lt1>
      <a:dk2>
        <a:srgbClr val="1F497D"/>
      </a:dk2>
      <a:lt2>
        <a:srgbClr val="EEECE1"/>
      </a:lt2>
      <a:accent1>
        <a:srgbClr val="0079C1"/>
      </a:accent1>
      <a:accent2>
        <a:srgbClr val="78A22F"/>
      </a:accent2>
      <a:accent3>
        <a:srgbClr val="F78F1E"/>
      </a:accent3>
      <a:accent4>
        <a:srgbClr val="6A2C91"/>
      </a:accent4>
      <a:accent5>
        <a:srgbClr val="46C3D3"/>
      </a:accent5>
      <a:accent6>
        <a:srgbClr val="E64097"/>
      </a:accent6>
      <a:hlink>
        <a:srgbClr val="C2CD23"/>
      </a:hlink>
      <a:folHlink>
        <a:srgbClr val="78A22F"/>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92EA5ADC660F941A920C3C62C22BFED" ma:contentTypeVersion="12" ma:contentTypeDescription="Create a new document." ma:contentTypeScope="" ma:versionID="a0ddfeddae8c34004b18a2f6910f3149">
  <xsd:schema xmlns:xsd="http://www.w3.org/2001/XMLSchema" xmlns:xs="http://www.w3.org/2001/XMLSchema" xmlns:p="http://schemas.microsoft.com/office/2006/metadata/properties" xmlns:ns3="dae2fb32-9e4e-4b78-b7a1-8548740a4d2d" xmlns:ns4="e6d419fc-386a-4db4-96fc-865d986f3e68" targetNamespace="http://schemas.microsoft.com/office/2006/metadata/properties" ma:root="true" ma:fieldsID="4829ffb180ffaa0d03e6ee8d91f5505f" ns3:_="" ns4:_="">
    <xsd:import namespace="dae2fb32-9e4e-4b78-b7a1-8548740a4d2d"/>
    <xsd:import namespace="e6d419fc-386a-4db4-96fc-865d986f3e68"/>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e2fb32-9e4e-4b78-b7a1-8548740a4d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6d419fc-386a-4db4-96fc-865d986f3e6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9701F34-FE2E-41C0-A05D-AA114B028F97}">
  <ds:schemaRefs>
    <ds:schemaRef ds:uri="http://schemas.microsoft.com/sharepoint/v3/contenttype/forms"/>
  </ds:schemaRefs>
</ds:datastoreItem>
</file>

<file path=customXml/itemProps2.xml><?xml version="1.0" encoding="utf-8"?>
<ds:datastoreItem xmlns:ds="http://schemas.openxmlformats.org/officeDocument/2006/customXml" ds:itemID="{9772D637-3D30-401C-A3D7-80F5DCAF21D8}">
  <ds:schemaRefs>
    <ds:schemaRef ds:uri="http://schemas.openxmlformats.org/package/2006/metadata/core-properties"/>
    <ds:schemaRef ds:uri="dae2fb32-9e4e-4b78-b7a1-8548740a4d2d"/>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e6d419fc-386a-4db4-96fc-865d986f3e68"/>
    <ds:schemaRef ds:uri="http://purl.org/dc/terms/"/>
    <ds:schemaRef ds:uri="http://www.w3.org/XML/1998/namespace"/>
  </ds:schemaRefs>
</ds:datastoreItem>
</file>

<file path=customXml/itemProps3.xml><?xml version="1.0" encoding="utf-8"?>
<ds:datastoreItem xmlns:ds="http://schemas.openxmlformats.org/officeDocument/2006/customXml" ds:itemID="{659C9860-EE95-4F13-AD77-795A61F719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e2fb32-9e4e-4b78-b7a1-8548740a4d2d"/>
    <ds:schemaRef ds:uri="e6d419fc-386a-4db4-96fc-865d986f3e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Ion Boardroom</Template>
  <TotalTime>803</TotalTime>
  <Words>985</Words>
  <Application>Microsoft Office PowerPoint</Application>
  <PresentationFormat>Custom</PresentationFormat>
  <Paragraphs>366</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Century Gothic</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Ball, Sarah</dc:creator>
  <cp:lastModifiedBy>Gaunt, Clara</cp:lastModifiedBy>
  <cp:revision>16</cp:revision>
  <cp:lastPrinted>2019-11-07T17:37:04Z</cp:lastPrinted>
  <dcterms:created xsi:type="dcterms:W3CDTF">2019-03-28T11:36:12Z</dcterms:created>
  <dcterms:modified xsi:type="dcterms:W3CDTF">2021-10-11T08:12:25Z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0x010100E92EA5ADC660F941A920C3C62C22BFED</vt:lpwstr>
  </property>
</Properties>
</file>